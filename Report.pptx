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9" r:id="rId3"/>
    <p:sldId id="260" r:id="rId4"/>
    <p:sldId id="261" r:id="rId5"/>
    <p:sldId id="258" r:id="rId6"/>
    <p:sldId id="262" r:id="rId7"/>
    <p:sldId id="264" r:id="rId8"/>
    <p:sldId id="263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D682"/>
    <a:srgbClr val="FFEECD"/>
    <a:srgbClr val="FBB900"/>
    <a:srgbClr val="FFB71B"/>
    <a:srgbClr val="424341"/>
    <a:srgbClr val="E1690F"/>
    <a:srgbClr val="6DD0C7"/>
    <a:srgbClr val="FFFFFF"/>
    <a:srgbClr val="505A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CDF80D-811E-4FF5-9D0C-B3512D3937F5}" v="315" dt="2026-09-13T05:39:53.6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1" autoAdjust="0"/>
    <p:restoredTop sz="92494" autoAdjust="0"/>
  </p:normalViewPr>
  <p:slideViewPr>
    <p:cSldViewPr snapToGrid="0">
      <p:cViewPr varScale="1">
        <p:scale>
          <a:sx n="102" d="100"/>
          <a:sy n="102" d="100"/>
        </p:scale>
        <p:origin x="930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kash Nandy" userId="f712bb5891371787" providerId="LiveId" clId="{403488C1-F602-48A8-92BA-0CE005C00611}"/>
    <pc:docChg chg="undo redo custSel addSld delSld modSld sldOrd">
      <pc:chgData name="Aakash Nandy" userId="f712bb5891371787" providerId="LiveId" clId="{403488C1-F602-48A8-92BA-0CE005C00611}" dt="2026-09-13T05:39:53.673" v="11518"/>
      <pc:docMkLst>
        <pc:docMk/>
      </pc:docMkLst>
      <pc:sldChg chg="addSp delSp modSp mod">
        <pc:chgData name="Aakash Nandy" userId="f712bb5891371787" providerId="LiveId" clId="{403488C1-F602-48A8-92BA-0CE005C00611}" dt="2026-08-17T01:50:00.097" v="5551" actId="403"/>
        <pc:sldMkLst>
          <pc:docMk/>
          <pc:sldMk cId="134170718" sldId="256"/>
        </pc:sldMkLst>
        <pc:spChg chg="mod ord">
          <ac:chgData name="Aakash Nandy" userId="f712bb5891371787" providerId="LiveId" clId="{403488C1-F602-48A8-92BA-0CE005C00611}" dt="2026-08-15T01:02:06.067" v="341" actId="1076"/>
          <ac:spMkLst>
            <pc:docMk/>
            <pc:sldMk cId="134170718" sldId="256"/>
            <ac:spMk id="2" creationId="{857464EF-CDF4-C3BE-CC80-009794931DD9}"/>
          </ac:spMkLst>
        </pc:spChg>
        <pc:spChg chg="mod ord">
          <ac:chgData name="Aakash Nandy" userId="f712bb5891371787" providerId="LiveId" clId="{403488C1-F602-48A8-92BA-0CE005C00611}" dt="2026-08-17T01:50:00.097" v="5551" actId="403"/>
          <ac:spMkLst>
            <pc:docMk/>
            <pc:sldMk cId="134170718" sldId="256"/>
            <ac:spMk id="3" creationId="{E5ECA4DE-A2CC-6E91-EF56-C72EC22AD19A}"/>
          </ac:spMkLst>
        </pc:spChg>
        <pc:picChg chg="add mod">
          <ac:chgData name="Aakash Nandy" userId="f712bb5891371787" providerId="LiveId" clId="{403488C1-F602-48A8-92BA-0CE005C00611}" dt="2026-08-15T01:01:38.017" v="336" actId="1076"/>
          <ac:picMkLst>
            <pc:docMk/>
            <pc:sldMk cId="134170718" sldId="256"/>
            <ac:picMk id="13" creationId="{07CEBFDD-6903-6819-A207-7D2E46F391B5}"/>
          </ac:picMkLst>
        </pc:picChg>
        <pc:picChg chg="add mod ord modCrop">
          <ac:chgData name="Aakash Nandy" userId="f712bb5891371787" providerId="LiveId" clId="{403488C1-F602-48A8-92BA-0CE005C00611}" dt="2026-08-15T01:36:42.736" v="1159" actId="167"/>
          <ac:picMkLst>
            <pc:docMk/>
            <pc:sldMk cId="134170718" sldId="256"/>
            <ac:picMk id="19" creationId="{0D8A75F5-A8B6-5B2D-8945-A347A2FD245F}"/>
          </ac:picMkLst>
        </pc:picChg>
      </pc:sldChg>
      <pc:sldChg chg="addSp delSp modSp new del mod setBg modShow">
        <pc:chgData name="Aakash Nandy" userId="f712bb5891371787" providerId="LiveId" clId="{403488C1-F602-48A8-92BA-0CE005C00611}" dt="2026-09-13T05:00:16.671" v="11506" actId="47"/>
        <pc:sldMkLst>
          <pc:docMk/>
          <pc:sldMk cId="1806837145" sldId="257"/>
        </pc:sldMkLst>
        <pc:spChg chg="add del mod">
          <ac:chgData name="Aakash Nandy" userId="f712bb5891371787" providerId="LiveId" clId="{403488C1-F602-48A8-92BA-0CE005C00611}" dt="2026-09-13T04:34:25.544" v="10426"/>
          <ac:spMkLst>
            <pc:docMk/>
            <pc:sldMk cId="1806837145" sldId="257"/>
            <ac:spMk id="2" creationId="{E193096D-57BE-C82B-40E2-7ED6A201CA1D}"/>
          </ac:spMkLst>
        </pc:spChg>
        <pc:spChg chg="add del mod">
          <ac:chgData name="Aakash Nandy" userId="f712bb5891371787" providerId="LiveId" clId="{403488C1-F602-48A8-92BA-0CE005C00611}" dt="2026-09-13T04:34:28.525" v="10430"/>
          <ac:spMkLst>
            <pc:docMk/>
            <pc:sldMk cId="1806837145" sldId="257"/>
            <ac:spMk id="3" creationId="{CCC4F0FC-009B-6A35-C404-3518EECE65D5}"/>
          </ac:spMkLst>
        </pc:spChg>
        <pc:spChg chg="add del mod">
          <ac:chgData name="Aakash Nandy" userId="f712bb5891371787" providerId="LiveId" clId="{403488C1-F602-48A8-92BA-0CE005C00611}" dt="2026-09-13T04:34:29.221" v="10433"/>
          <ac:spMkLst>
            <pc:docMk/>
            <pc:sldMk cId="1806837145" sldId="257"/>
            <ac:spMk id="4" creationId="{B4B370BA-AE0A-B1AD-5584-D1FC2DC8AB13}"/>
          </ac:spMkLst>
        </pc:spChg>
        <pc:spChg chg="add del mod">
          <ac:chgData name="Aakash Nandy" userId="f712bb5891371787" providerId="LiveId" clId="{403488C1-F602-48A8-92BA-0CE005C00611}" dt="2026-09-13T04:34:29.635" v="10436"/>
          <ac:spMkLst>
            <pc:docMk/>
            <pc:sldMk cId="1806837145" sldId="257"/>
            <ac:spMk id="6" creationId="{C1EF168A-FD28-3F03-23AC-DCBABC52D864}"/>
          </ac:spMkLst>
        </pc:spChg>
        <pc:spChg chg="add del mod">
          <ac:chgData name="Aakash Nandy" userId="f712bb5891371787" providerId="LiveId" clId="{403488C1-F602-48A8-92BA-0CE005C00611}" dt="2026-09-13T04:34:30.312" v="10439"/>
          <ac:spMkLst>
            <pc:docMk/>
            <pc:sldMk cId="1806837145" sldId="257"/>
            <ac:spMk id="7" creationId="{4CAAFAFD-3FD2-0701-F5E3-3C5BE0C9037F}"/>
          </ac:spMkLst>
        </pc:spChg>
      </pc:sldChg>
      <pc:sldChg chg="addSp delSp modSp add mod ord modShow">
        <pc:chgData name="Aakash Nandy" userId="f712bb5891371787" providerId="LiveId" clId="{403488C1-F602-48A8-92BA-0CE005C00611}" dt="2026-09-13T04:33:04.166" v="10405" actId="20577"/>
        <pc:sldMkLst>
          <pc:docMk/>
          <pc:sldMk cId="3104306802" sldId="258"/>
        </pc:sldMkLst>
        <pc:spChg chg="add del mod">
          <ac:chgData name="Aakash Nandy" userId="f712bb5891371787" providerId="LiveId" clId="{403488C1-F602-48A8-92BA-0CE005C00611}" dt="2026-09-12T19:28:11.600" v="6877"/>
          <ac:spMkLst>
            <pc:docMk/>
            <pc:sldMk cId="3104306802" sldId="258"/>
            <ac:spMk id="2" creationId="{FB5EA9CC-8F14-B492-6A8A-6C9727D7B989}"/>
          </ac:spMkLst>
        </pc:spChg>
        <pc:spChg chg="add del mod">
          <ac:chgData name="Aakash Nandy" userId="f712bb5891371787" providerId="LiveId" clId="{403488C1-F602-48A8-92BA-0CE005C00611}" dt="2026-09-12T19:51:46.248" v="7238" actId="478"/>
          <ac:spMkLst>
            <pc:docMk/>
            <pc:sldMk cId="3104306802" sldId="258"/>
            <ac:spMk id="3" creationId="{1528A04C-2F25-264C-1540-AB1DBE36DBB5}"/>
          </ac:spMkLst>
        </pc:spChg>
        <pc:spChg chg="add del mod">
          <ac:chgData name="Aakash Nandy" userId="f712bb5891371787" providerId="LiveId" clId="{403488C1-F602-48A8-92BA-0CE005C00611}" dt="2026-09-12T19:54:43.148" v="7240" actId="478"/>
          <ac:spMkLst>
            <pc:docMk/>
            <pc:sldMk cId="3104306802" sldId="258"/>
            <ac:spMk id="10" creationId="{A83B1D1A-F813-0B4E-0214-B564A4D0EF95}"/>
          </ac:spMkLst>
        </pc:spChg>
        <pc:spChg chg="add mod">
          <ac:chgData name="Aakash Nandy" userId="f712bb5891371787" providerId="LiveId" clId="{403488C1-F602-48A8-92BA-0CE005C00611}" dt="2026-09-12T20:03:42.233" v="7384" actId="1076"/>
          <ac:spMkLst>
            <pc:docMk/>
            <pc:sldMk cId="3104306802" sldId="258"/>
            <ac:spMk id="12" creationId="{0E4C932B-6D81-700B-CEFF-1BADE951F518}"/>
          </ac:spMkLst>
        </pc:spChg>
        <pc:spChg chg="add mod">
          <ac:chgData name="Aakash Nandy" userId="f712bb5891371787" providerId="LiveId" clId="{403488C1-F602-48A8-92BA-0CE005C00611}" dt="2026-08-15T05:23:58.296" v="2172" actId="14100"/>
          <ac:spMkLst>
            <pc:docMk/>
            <pc:sldMk cId="3104306802" sldId="258"/>
            <ac:spMk id="13" creationId="{FB80B31E-37D9-CC97-BD4D-36EBA0F96966}"/>
          </ac:spMkLst>
        </pc:spChg>
        <pc:spChg chg="add del mod">
          <ac:chgData name="Aakash Nandy" userId="f712bb5891371787" providerId="LiveId" clId="{403488C1-F602-48A8-92BA-0CE005C00611}" dt="2026-09-12T20:05:31.044" v="7393" actId="478"/>
          <ac:spMkLst>
            <pc:docMk/>
            <pc:sldMk cId="3104306802" sldId="258"/>
            <ac:spMk id="14" creationId="{CDE2CDEB-BF21-9AD5-C7A2-3503C1A45767}"/>
          </ac:spMkLst>
        </pc:spChg>
        <pc:spChg chg="add mod">
          <ac:chgData name="Aakash Nandy" userId="f712bb5891371787" providerId="LiveId" clId="{403488C1-F602-48A8-92BA-0CE005C00611}" dt="2026-09-13T04:33:04.166" v="10405" actId="20577"/>
          <ac:spMkLst>
            <pc:docMk/>
            <pc:sldMk cId="3104306802" sldId="258"/>
            <ac:spMk id="27" creationId="{AA1E35B7-1E09-D720-C334-141DC7B8C131}"/>
          </ac:spMkLst>
        </pc:spChg>
        <pc:spChg chg="add mod">
          <ac:chgData name="Aakash Nandy" userId="f712bb5891371787" providerId="LiveId" clId="{403488C1-F602-48A8-92BA-0CE005C00611}" dt="2026-09-12T20:13:50.521" v="7474" actId="20577"/>
          <ac:spMkLst>
            <pc:docMk/>
            <pc:sldMk cId="3104306802" sldId="258"/>
            <ac:spMk id="28" creationId="{229C3972-EA97-563E-74AE-37DB3712BF17}"/>
          </ac:spMkLst>
        </pc:spChg>
        <pc:spChg chg="add mod ord">
          <ac:chgData name="Aakash Nandy" userId="f712bb5891371787" providerId="LiveId" clId="{403488C1-F602-48A8-92BA-0CE005C00611}" dt="2026-09-13T03:41:37.004" v="9314" actId="207"/>
          <ac:spMkLst>
            <pc:docMk/>
            <pc:sldMk cId="3104306802" sldId="258"/>
            <ac:spMk id="35" creationId="{C249FF13-75E6-44C0-34BD-96F939D63F0D}"/>
          </ac:spMkLst>
        </pc:spChg>
        <pc:spChg chg="add mod">
          <ac:chgData name="Aakash Nandy" userId="f712bb5891371787" providerId="LiveId" clId="{403488C1-F602-48A8-92BA-0CE005C00611}" dt="2026-08-15T05:24:29.101" v="2183" actId="1036"/>
          <ac:spMkLst>
            <pc:docMk/>
            <pc:sldMk cId="3104306802" sldId="258"/>
            <ac:spMk id="38" creationId="{1AC93CDF-3265-0BFF-675E-8D1755EE713F}"/>
          </ac:spMkLst>
        </pc:spChg>
        <pc:spChg chg="add del mod">
          <ac:chgData name="Aakash Nandy" userId="f712bb5891371787" providerId="LiveId" clId="{403488C1-F602-48A8-92BA-0CE005C00611}" dt="2026-09-12T19:29:14.073" v="6889" actId="478"/>
          <ac:spMkLst>
            <pc:docMk/>
            <pc:sldMk cId="3104306802" sldId="258"/>
            <ac:spMk id="41" creationId="{734D1248-6D4D-5235-D2D5-34E8A5420747}"/>
          </ac:spMkLst>
        </pc:spChg>
        <pc:spChg chg="add mod">
          <ac:chgData name="Aakash Nandy" userId="f712bb5891371787" providerId="LiveId" clId="{403488C1-F602-48A8-92BA-0CE005C00611}" dt="2026-08-15T05:27:01.900" v="2240" actId="1076"/>
          <ac:spMkLst>
            <pc:docMk/>
            <pc:sldMk cId="3104306802" sldId="258"/>
            <ac:spMk id="44" creationId="{D2DF871F-D719-7CBB-51D1-093ACC55D652}"/>
          </ac:spMkLst>
        </pc:spChg>
        <pc:spChg chg="add mod ord">
          <ac:chgData name="Aakash Nandy" userId="f712bb5891371787" providerId="LiveId" clId="{403488C1-F602-48A8-92BA-0CE005C00611}" dt="2026-08-15T05:21:23.521" v="2100" actId="1036"/>
          <ac:spMkLst>
            <pc:docMk/>
            <pc:sldMk cId="3104306802" sldId="258"/>
            <ac:spMk id="66" creationId="{BEBDE9FD-7393-4783-41CC-58D965EDFD97}"/>
          </ac:spMkLst>
        </pc:spChg>
        <pc:spChg chg="add mod">
          <ac:chgData name="Aakash Nandy" userId="f712bb5891371787" providerId="LiveId" clId="{403488C1-F602-48A8-92BA-0CE005C00611}" dt="2026-09-12T19:29:11.497" v="6887" actId="1076"/>
          <ac:spMkLst>
            <pc:docMk/>
            <pc:sldMk cId="3104306802" sldId="258"/>
            <ac:spMk id="93" creationId="{645FC9AD-D56E-90B6-FA3A-6B43E9DF3C47}"/>
          </ac:spMkLst>
        </pc:spChg>
        <pc:spChg chg="add mod">
          <ac:chgData name="Aakash Nandy" userId="f712bb5891371787" providerId="LiveId" clId="{403488C1-F602-48A8-92BA-0CE005C00611}" dt="2026-08-15T05:25:24.297" v="2201" actId="1036"/>
          <ac:spMkLst>
            <pc:docMk/>
            <pc:sldMk cId="3104306802" sldId="258"/>
            <ac:spMk id="107" creationId="{A2514304-2993-40FD-956C-FED029A893CB}"/>
          </ac:spMkLst>
        </pc:spChg>
        <pc:spChg chg="add mod">
          <ac:chgData name="Aakash Nandy" userId="f712bb5891371787" providerId="LiveId" clId="{403488C1-F602-48A8-92BA-0CE005C00611}" dt="2026-08-15T05:25:22.244" v="2200" actId="1036"/>
          <ac:spMkLst>
            <pc:docMk/>
            <pc:sldMk cId="3104306802" sldId="258"/>
            <ac:spMk id="110" creationId="{43BE337F-80E4-0F76-C891-A01436A3952F}"/>
          </ac:spMkLst>
        </pc:spChg>
        <pc:spChg chg="add mod">
          <ac:chgData name="Aakash Nandy" userId="f712bb5891371787" providerId="LiveId" clId="{403488C1-F602-48A8-92BA-0CE005C00611}" dt="2026-08-15T05:29:05.304" v="2282" actId="1076"/>
          <ac:spMkLst>
            <pc:docMk/>
            <pc:sldMk cId="3104306802" sldId="258"/>
            <ac:spMk id="171" creationId="{D24E7AAE-07C4-20D0-0F4F-6F3E26FC940A}"/>
          </ac:spMkLst>
        </pc:spChg>
        <pc:spChg chg="add mod">
          <ac:chgData name="Aakash Nandy" userId="f712bb5891371787" providerId="LiveId" clId="{403488C1-F602-48A8-92BA-0CE005C00611}" dt="2026-08-15T05:29:18.717" v="2296" actId="20577"/>
          <ac:spMkLst>
            <pc:docMk/>
            <pc:sldMk cId="3104306802" sldId="258"/>
            <ac:spMk id="172" creationId="{4EDD0B64-9F42-7A3A-0555-8BEF8DE51AE1}"/>
          </ac:spMkLst>
        </pc:spChg>
        <pc:spChg chg="add mod">
          <ac:chgData name="Aakash Nandy" userId="f712bb5891371787" providerId="LiveId" clId="{403488C1-F602-48A8-92BA-0CE005C00611}" dt="2026-08-15T05:29:25.544" v="2301" actId="20577"/>
          <ac:spMkLst>
            <pc:docMk/>
            <pc:sldMk cId="3104306802" sldId="258"/>
            <ac:spMk id="173" creationId="{5B86948C-3C02-8E7F-3619-E89287F0175E}"/>
          </ac:spMkLst>
        </pc:spChg>
        <pc:spChg chg="add mod">
          <ac:chgData name="Aakash Nandy" userId="f712bb5891371787" providerId="LiveId" clId="{403488C1-F602-48A8-92BA-0CE005C00611}" dt="2026-08-15T05:53:10.729" v="2616" actId="1035"/>
          <ac:spMkLst>
            <pc:docMk/>
            <pc:sldMk cId="3104306802" sldId="258"/>
            <ac:spMk id="174" creationId="{CCFC6582-1398-83BB-396A-EDDF5CAFF864}"/>
          </ac:spMkLst>
        </pc:spChg>
        <pc:spChg chg="add mod">
          <ac:chgData name="Aakash Nandy" userId="f712bb5891371787" providerId="LiveId" clId="{403488C1-F602-48A8-92BA-0CE005C00611}" dt="2026-09-12T20:03:44.949" v="7385" actId="1076"/>
          <ac:spMkLst>
            <pc:docMk/>
            <pc:sldMk cId="3104306802" sldId="258"/>
            <ac:spMk id="175" creationId="{93E3C875-91F8-8763-9222-F149E2296A55}"/>
          </ac:spMkLst>
        </pc:spChg>
        <pc:spChg chg="add mod">
          <ac:chgData name="Aakash Nandy" userId="f712bb5891371787" providerId="LiveId" clId="{403488C1-F602-48A8-92BA-0CE005C00611}" dt="2026-08-15T05:32:06.283" v="2367" actId="1076"/>
          <ac:spMkLst>
            <pc:docMk/>
            <pc:sldMk cId="3104306802" sldId="258"/>
            <ac:spMk id="176" creationId="{4E3F8C8C-4BBD-1269-7FEA-C95E2C68B997}"/>
          </ac:spMkLst>
        </pc:spChg>
        <pc:spChg chg="mod">
          <ac:chgData name="Aakash Nandy" userId="f712bb5891371787" providerId="LiveId" clId="{403488C1-F602-48A8-92BA-0CE005C00611}" dt="2026-08-17T01:33:21.668" v="4932" actId="403"/>
          <ac:spMkLst>
            <pc:docMk/>
            <pc:sldMk cId="3104306802" sldId="258"/>
            <ac:spMk id="393" creationId="{439F5931-1F81-3F5D-3880-A9A02E136113}"/>
          </ac:spMkLst>
        </pc:spChg>
        <pc:picChg chg="add mod">
          <ac:chgData name="Aakash Nandy" userId="f712bb5891371787" providerId="LiveId" clId="{403488C1-F602-48A8-92BA-0CE005C00611}" dt="2026-08-17T01:55:03.772" v="5573" actId="1076"/>
          <ac:picMkLst>
            <pc:docMk/>
            <pc:sldMk cId="3104306802" sldId="258"/>
            <ac:picMk id="4" creationId="{E7101378-7764-E9CF-A222-7FBDE0218009}"/>
          </ac:picMkLst>
        </pc:picChg>
        <pc:picChg chg="add mod">
          <ac:chgData name="Aakash Nandy" userId="f712bb5891371787" providerId="LiveId" clId="{403488C1-F602-48A8-92BA-0CE005C00611}" dt="2026-08-15T05:26:06.060" v="2220" actId="1037"/>
          <ac:picMkLst>
            <pc:docMk/>
            <pc:sldMk cId="3104306802" sldId="258"/>
            <ac:picMk id="6" creationId="{5E969B09-31A2-D0BA-526C-948114E7C535}"/>
          </ac:picMkLst>
        </pc:picChg>
        <pc:picChg chg="add mod">
          <ac:chgData name="Aakash Nandy" userId="f712bb5891371787" providerId="LiveId" clId="{403488C1-F602-48A8-92BA-0CE005C00611}" dt="2026-08-15T05:30:00.003" v="2318" actId="1076"/>
          <ac:picMkLst>
            <pc:docMk/>
            <pc:sldMk cId="3104306802" sldId="258"/>
            <ac:picMk id="7" creationId="{8CB2034B-9D65-6780-6D30-E54DCE566290}"/>
          </ac:picMkLst>
        </pc:picChg>
        <pc:picChg chg="add mod">
          <ac:chgData name="Aakash Nandy" userId="f712bb5891371787" providerId="LiveId" clId="{403488C1-F602-48A8-92BA-0CE005C00611}" dt="2026-08-15T05:26:18.458" v="2228" actId="1076"/>
          <ac:picMkLst>
            <pc:docMk/>
            <pc:sldMk cId="3104306802" sldId="258"/>
            <ac:picMk id="8" creationId="{ED79BB9F-4891-C26C-600B-3C0DB12DFB04}"/>
          </ac:picMkLst>
        </pc:picChg>
        <pc:picChg chg="add mod ord modCrop">
          <ac:chgData name="Aakash Nandy" userId="f712bb5891371787" providerId="LiveId" clId="{403488C1-F602-48A8-92BA-0CE005C00611}" dt="2026-08-15T05:24:29.101" v="2183" actId="1036"/>
          <ac:picMkLst>
            <pc:docMk/>
            <pc:sldMk cId="3104306802" sldId="258"/>
            <ac:picMk id="9" creationId="{929C06B1-F04A-8E28-971E-E815ABFCA244}"/>
          </ac:picMkLst>
        </pc:picChg>
        <pc:picChg chg="add mod">
          <ac:chgData name="Aakash Nandy" userId="f712bb5891371787" providerId="LiveId" clId="{403488C1-F602-48A8-92BA-0CE005C00611}" dt="2026-08-15T05:24:40.414" v="2186" actId="1076"/>
          <ac:picMkLst>
            <pc:docMk/>
            <pc:sldMk cId="3104306802" sldId="258"/>
            <ac:picMk id="11" creationId="{A44F0F92-A20A-58B2-733A-31C4DE0C5E53}"/>
          </ac:picMkLst>
        </pc:picChg>
        <pc:picChg chg="add mod">
          <ac:chgData name="Aakash Nandy" userId="f712bb5891371787" providerId="LiveId" clId="{403488C1-F602-48A8-92BA-0CE005C00611}" dt="2026-09-12T19:29:16.446" v="6890" actId="1076"/>
          <ac:picMkLst>
            <pc:docMk/>
            <pc:sldMk cId="3104306802" sldId="258"/>
            <ac:picMk id="21" creationId="{2CC99447-36BF-1BF7-3F47-94C7D26FBBD9}"/>
          </ac:picMkLst>
        </pc:picChg>
        <pc:picChg chg="add del mod ord modCrop">
          <ac:chgData name="Aakash Nandy" userId="f712bb5891371787" providerId="LiveId" clId="{403488C1-F602-48A8-92BA-0CE005C00611}" dt="2026-09-12T19:29:01.567" v="6885" actId="478"/>
          <ac:picMkLst>
            <pc:docMk/>
            <pc:sldMk cId="3104306802" sldId="258"/>
            <ac:picMk id="25" creationId="{3F85F853-BB26-8EF2-A3B0-A83EA3D9B7BB}"/>
          </ac:picMkLst>
        </pc:picChg>
        <pc:picChg chg="add mod">
          <ac:chgData name="Aakash Nandy" userId="f712bb5891371787" providerId="LiveId" clId="{403488C1-F602-48A8-92BA-0CE005C00611}" dt="2026-08-15T05:27:46.639" v="2256" actId="1076"/>
          <ac:picMkLst>
            <pc:docMk/>
            <pc:sldMk cId="3104306802" sldId="258"/>
            <ac:picMk id="40" creationId="{66D1E4FD-2D7E-ECD0-A5A9-F8543AA2ED36}"/>
          </ac:picMkLst>
        </pc:picChg>
        <pc:picChg chg="add mod ord">
          <ac:chgData name="Aakash Nandy" userId="f712bb5891371787" providerId="LiveId" clId="{403488C1-F602-48A8-92BA-0CE005C00611}" dt="2026-09-12T20:06:29.932" v="7405" actId="166"/>
          <ac:picMkLst>
            <pc:docMk/>
            <pc:sldMk cId="3104306802" sldId="258"/>
            <ac:picMk id="43" creationId="{396E4957-4014-3A22-AF25-C5DA9593042D}"/>
          </ac:picMkLst>
        </pc:picChg>
        <pc:picChg chg="add mod modCrop">
          <ac:chgData name="Aakash Nandy" userId="f712bb5891371787" providerId="LiveId" clId="{403488C1-F602-48A8-92BA-0CE005C00611}" dt="2026-08-15T05:19:00.826" v="2058" actId="1037"/>
          <ac:picMkLst>
            <pc:docMk/>
            <pc:sldMk cId="3104306802" sldId="258"/>
            <ac:picMk id="62" creationId="{A55369C1-5F91-416D-08EE-203CB4BD866B}"/>
          </ac:picMkLst>
        </pc:picChg>
        <pc:cxnChg chg="add mod">
          <ac:chgData name="Aakash Nandy" userId="f712bb5891371787" providerId="LiveId" clId="{403488C1-F602-48A8-92BA-0CE005C00611}" dt="2026-08-15T05:24:37.928" v="2185" actId="14100"/>
          <ac:cxnSpMkLst>
            <pc:docMk/>
            <pc:sldMk cId="3104306802" sldId="258"/>
            <ac:cxnSpMk id="15" creationId="{3AB63C01-8D1B-D4CC-EC0F-93F9EF169651}"/>
          </ac:cxnSpMkLst>
        </pc:cxnChg>
        <pc:cxnChg chg="add mod">
          <ac:chgData name="Aakash Nandy" userId="f712bb5891371787" providerId="LiveId" clId="{403488C1-F602-48A8-92BA-0CE005C00611}" dt="2026-08-15T05:26:02.804" v="2213" actId="1037"/>
          <ac:cxnSpMkLst>
            <pc:docMk/>
            <pc:sldMk cId="3104306802" sldId="258"/>
            <ac:cxnSpMk id="16" creationId="{C04B0F74-994A-DEF9-3B08-E45BB9BC29E2}"/>
          </ac:cxnSpMkLst>
        </pc:cxnChg>
        <pc:cxnChg chg="add mod">
          <ac:chgData name="Aakash Nandy" userId="f712bb5891371787" providerId="LiveId" clId="{403488C1-F602-48A8-92BA-0CE005C00611}" dt="2026-08-15T05:26:30.943" v="2231" actId="14100"/>
          <ac:cxnSpMkLst>
            <pc:docMk/>
            <pc:sldMk cId="3104306802" sldId="258"/>
            <ac:cxnSpMk id="18" creationId="{ECE99C47-C6A4-ABC9-1F9B-F1B8BDFA7844}"/>
          </ac:cxnSpMkLst>
        </pc:cxnChg>
        <pc:cxnChg chg="add mod ord">
          <ac:chgData name="Aakash Nandy" userId="f712bb5891371787" providerId="LiveId" clId="{403488C1-F602-48A8-92BA-0CE005C00611}" dt="2026-09-12T20:07:29.430" v="7412" actId="1076"/>
          <ac:cxnSpMkLst>
            <pc:docMk/>
            <pc:sldMk cId="3104306802" sldId="258"/>
            <ac:cxnSpMk id="19" creationId="{A532155D-D2E7-E38A-3704-965D292EE4F4}"/>
          </ac:cxnSpMkLst>
        </pc:cxnChg>
        <pc:cxnChg chg="add mod ord">
          <ac:chgData name="Aakash Nandy" userId="f712bb5891371787" providerId="LiveId" clId="{403488C1-F602-48A8-92BA-0CE005C00611}" dt="2026-09-12T20:08:29.157" v="7432" actId="14100"/>
          <ac:cxnSpMkLst>
            <pc:docMk/>
            <pc:sldMk cId="3104306802" sldId="258"/>
            <ac:cxnSpMk id="22" creationId="{19EAF18E-923C-79AF-80FE-D7C1A481A460}"/>
          </ac:cxnSpMkLst>
        </pc:cxnChg>
        <pc:cxnChg chg="add mod">
          <ac:chgData name="Aakash Nandy" userId="f712bb5891371787" providerId="LiveId" clId="{403488C1-F602-48A8-92BA-0CE005C00611}" dt="2026-08-15T05:26:18.458" v="2228" actId="1076"/>
          <ac:cxnSpMkLst>
            <pc:docMk/>
            <pc:sldMk cId="3104306802" sldId="258"/>
            <ac:cxnSpMk id="24" creationId="{9C289689-77F5-1965-DE5A-BFA5A03A447D}"/>
          </ac:cxnSpMkLst>
        </pc:cxnChg>
        <pc:cxnChg chg="add mod">
          <ac:chgData name="Aakash Nandy" userId="f712bb5891371787" providerId="LiveId" clId="{403488C1-F602-48A8-92BA-0CE005C00611}" dt="2026-09-12T20:08:52.916" v="7441" actId="1035"/>
          <ac:cxnSpMkLst>
            <pc:docMk/>
            <pc:sldMk cId="3104306802" sldId="258"/>
            <ac:cxnSpMk id="31" creationId="{4C835B9E-D51B-E571-4FE3-37230366760E}"/>
          </ac:cxnSpMkLst>
        </pc:cxnChg>
        <pc:cxnChg chg="add mod">
          <ac:chgData name="Aakash Nandy" userId="f712bb5891371787" providerId="LiveId" clId="{403488C1-F602-48A8-92BA-0CE005C00611}" dt="2026-09-12T20:10:36.225" v="7461" actId="1076"/>
          <ac:cxnSpMkLst>
            <pc:docMk/>
            <pc:sldMk cId="3104306802" sldId="258"/>
            <ac:cxnSpMk id="32" creationId="{82D6BD6F-D15F-E353-8590-F6A6753790AA}"/>
          </ac:cxnSpMkLst>
        </pc:cxnChg>
        <pc:cxnChg chg="add del mod">
          <ac:chgData name="Aakash Nandy" userId="f712bb5891371787" providerId="LiveId" clId="{403488C1-F602-48A8-92BA-0CE005C00611}" dt="2026-08-17T01:54:42.013" v="5566" actId="478"/>
          <ac:cxnSpMkLst>
            <pc:docMk/>
            <pc:sldMk cId="3104306802" sldId="258"/>
            <ac:cxnSpMk id="34" creationId="{B3BF2E90-10D2-63A1-C5C8-C1B4F18B6954}"/>
          </ac:cxnSpMkLst>
        </pc:cxnChg>
        <pc:cxnChg chg="add mod">
          <ac:chgData name="Aakash Nandy" userId="f712bb5891371787" providerId="LiveId" clId="{403488C1-F602-48A8-92BA-0CE005C00611}" dt="2026-08-15T05:27:54.750" v="2262" actId="1037"/>
          <ac:cxnSpMkLst>
            <pc:docMk/>
            <pc:sldMk cId="3104306802" sldId="258"/>
            <ac:cxnSpMk id="54" creationId="{9FA9EF01-986E-8801-DDD7-8F6D777CDBA5}"/>
          </ac:cxnSpMkLst>
        </pc:cxnChg>
        <pc:cxnChg chg="add mod">
          <ac:chgData name="Aakash Nandy" userId="f712bb5891371787" providerId="LiveId" clId="{403488C1-F602-48A8-92BA-0CE005C00611}" dt="2026-08-15T05:25:50.922" v="2208" actId="14100"/>
          <ac:cxnSpMkLst>
            <pc:docMk/>
            <pc:sldMk cId="3104306802" sldId="258"/>
            <ac:cxnSpMk id="70" creationId="{4A501A82-48C1-4163-758C-F20504CF56A9}"/>
          </ac:cxnSpMkLst>
        </pc:cxnChg>
        <pc:cxnChg chg="add mod ord">
          <ac:chgData name="Aakash Nandy" userId="f712bb5891371787" providerId="LiveId" clId="{403488C1-F602-48A8-92BA-0CE005C00611}" dt="2026-09-12T20:09:57.968" v="7454" actId="167"/>
          <ac:cxnSpMkLst>
            <pc:docMk/>
            <pc:sldMk cId="3104306802" sldId="258"/>
            <ac:cxnSpMk id="76" creationId="{916279F0-0BF7-540A-AB7C-FE2F51E4F7BA}"/>
          </ac:cxnSpMkLst>
        </pc:cxnChg>
        <pc:cxnChg chg="add mod">
          <ac:chgData name="Aakash Nandy" userId="f712bb5891371787" providerId="LiveId" clId="{403488C1-F602-48A8-92BA-0CE005C00611}" dt="2026-08-15T05:28:36.753" v="2275" actId="14100"/>
          <ac:cxnSpMkLst>
            <pc:docMk/>
            <pc:sldMk cId="3104306802" sldId="258"/>
            <ac:cxnSpMk id="89" creationId="{2AD526AA-72AA-E4C9-68D2-7489F93BDBDE}"/>
          </ac:cxnSpMkLst>
        </pc:cxnChg>
        <pc:cxnChg chg="add mod">
          <ac:chgData name="Aakash Nandy" userId="f712bb5891371787" providerId="LiveId" clId="{403488C1-F602-48A8-92BA-0CE005C00611}" dt="2026-08-15T05:28:04.036" v="2270" actId="14100"/>
          <ac:cxnSpMkLst>
            <pc:docMk/>
            <pc:sldMk cId="3104306802" sldId="258"/>
            <ac:cxnSpMk id="158" creationId="{35628F08-C62C-17E3-E2F2-88BE168FC06A}"/>
          </ac:cxnSpMkLst>
        </pc:cxnChg>
      </pc:sldChg>
      <pc:sldChg chg="addSp delSp modSp add mod ord modShow">
        <pc:chgData name="Aakash Nandy" userId="f712bb5891371787" providerId="LiveId" clId="{403488C1-F602-48A8-92BA-0CE005C00611}" dt="2026-08-17T01:38:56.917" v="5040" actId="20577"/>
        <pc:sldMkLst>
          <pc:docMk/>
          <pc:sldMk cId="1079197155" sldId="259"/>
        </pc:sldMkLst>
        <pc:spChg chg="add mod ord">
          <ac:chgData name="Aakash Nandy" userId="f712bb5891371787" providerId="LiveId" clId="{403488C1-F602-48A8-92BA-0CE005C00611}" dt="2026-08-17T01:38:56.917" v="5040" actId="20577"/>
          <ac:spMkLst>
            <pc:docMk/>
            <pc:sldMk cId="1079197155" sldId="259"/>
            <ac:spMk id="14" creationId="{17B6B68D-09F2-2D84-C171-3D425430F280}"/>
          </ac:spMkLst>
        </pc:spChg>
        <pc:spChg chg="add mod ord">
          <ac:chgData name="Aakash Nandy" userId="f712bb5891371787" providerId="LiveId" clId="{403488C1-F602-48A8-92BA-0CE005C00611}" dt="2026-08-15T06:08:21.424" v="3253" actId="20577"/>
          <ac:spMkLst>
            <pc:docMk/>
            <pc:sldMk cId="1079197155" sldId="259"/>
            <ac:spMk id="15" creationId="{21ECEE3D-D704-70EB-1B9D-518D64B39366}"/>
          </ac:spMkLst>
        </pc:spChg>
        <pc:spChg chg="add mod ord">
          <ac:chgData name="Aakash Nandy" userId="f712bb5891371787" providerId="LiveId" clId="{403488C1-F602-48A8-92BA-0CE005C00611}" dt="2026-08-15T06:29:30.203" v="4045" actId="1035"/>
          <ac:spMkLst>
            <pc:docMk/>
            <pc:sldMk cId="1079197155" sldId="259"/>
            <ac:spMk id="19" creationId="{E470EBEB-A11A-44DF-5769-D1AE531157AF}"/>
          </ac:spMkLst>
        </pc:spChg>
        <pc:spChg chg="add mod ord">
          <ac:chgData name="Aakash Nandy" userId="f712bb5891371787" providerId="LiveId" clId="{403488C1-F602-48A8-92BA-0CE005C00611}" dt="2026-08-15T06:29:30.203" v="4045" actId="1035"/>
          <ac:spMkLst>
            <pc:docMk/>
            <pc:sldMk cId="1079197155" sldId="259"/>
            <ac:spMk id="20" creationId="{058392B0-A840-C50D-8C3E-7C5B6FDDA91D}"/>
          </ac:spMkLst>
        </pc:spChg>
        <pc:spChg chg="add mod ord">
          <ac:chgData name="Aakash Nandy" userId="f712bb5891371787" providerId="LiveId" clId="{403488C1-F602-48A8-92BA-0CE005C00611}" dt="2026-08-15T06:29:30.203" v="4045" actId="1035"/>
          <ac:spMkLst>
            <pc:docMk/>
            <pc:sldMk cId="1079197155" sldId="259"/>
            <ac:spMk id="21" creationId="{6AED79ED-F16D-6028-DE6A-BEFF2706EDE2}"/>
          </ac:spMkLst>
        </pc:spChg>
        <pc:spChg chg="add mod">
          <ac:chgData name="Aakash Nandy" userId="f712bb5891371787" providerId="LiveId" clId="{403488C1-F602-48A8-92BA-0CE005C00611}" dt="2026-08-15T06:29:30.203" v="4045" actId="1035"/>
          <ac:spMkLst>
            <pc:docMk/>
            <pc:sldMk cId="1079197155" sldId="259"/>
            <ac:spMk id="22" creationId="{5C71C380-32BD-8D76-680A-3A98A1D283E4}"/>
          </ac:spMkLst>
        </pc:spChg>
        <pc:spChg chg="add mod">
          <ac:chgData name="Aakash Nandy" userId="f712bb5891371787" providerId="LiveId" clId="{403488C1-F602-48A8-92BA-0CE005C00611}" dt="2026-08-15T06:29:30.203" v="4045" actId="1035"/>
          <ac:spMkLst>
            <pc:docMk/>
            <pc:sldMk cId="1079197155" sldId="259"/>
            <ac:spMk id="23" creationId="{59AEE799-2723-74F2-52A1-53808DE57A4E}"/>
          </ac:spMkLst>
        </pc:spChg>
        <pc:spChg chg="add mod">
          <ac:chgData name="Aakash Nandy" userId="f712bb5891371787" providerId="LiveId" clId="{403488C1-F602-48A8-92BA-0CE005C00611}" dt="2026-08-15T06:11:29.235" v="3444" actId="1037"/>
          <ac:spMkLst>
            <pc:docMk/>
            <pc:sldMk cId="1079197155" sldId="259"/>
            <ac:spMk id="24" creationId="{9A909784-3EA4-13A6-5476-DE8933EAAA4C}"/>
          </ac:spMkLst>
        </pc:spChg>
        <pc:spChg chg="add mod">
          <ac:chgData name="Aakash Nandy" userId="f712bb5891371787" providerId="LiveId" clId="{403488C1-F602-48A8-92BA-0CE005C00611}" dt="2026-08-15T18:16:59.249" v="4108" actId="1038"/>
          <ac:spMkLst>
            <pc:docMk/>
            <pc:sldMk cId="1079197155" sldId="259"/>
            <ac:spMk id="26" creationId="{F0A1B26F-D744-E5BA-122A-E0E7C7C3EA68}"/>
          </ac:spMkLst>
        </pc:spChg>
        <pc:spChg chg="add mod">
          <ac:chgData name="Aakash Nandy" userId="f712bb5891371787" providerId="LiveId" clId="{403488C1-F602-48A8-92BA-0CE005C00611}" dt="2026-08-15T06:29:30.203" v="4045" actId="1035"/>
          <ac:spMkLst>
            <pc:docMk/>
            <pc:sldMk cId="1079197155" sldId="259"/>
            <ac:spMk id="27" creationId="{0EA8F96A-62DD-DBB5-3B1E-0AE9DB756B29}"/>
          </ac:spMkLst>
        </pc:spChg>
        <pc:spChg chg="add mod">
          <ac:chgData name="Aakash Nandy" userId="f712bb5891371787" providerId="LiveId" clId="{403488C1-F602-48A8-92BA-0CE005C00611}" dt="2026-08-17T01:38:47.010" v="5039" actId="1076"/>
          <ac:spMkLst>
            <pc:docMk/>
            <pc:sldMk cId="1079197155" sldId="259"/>
            <ac:spMk id="28" creationId="{226DF98F-2996-E693-F608-6195A54D7111}"/>
          </ac:spMkLst>
        </pc:spChg>
        <pc:spChg chg="add mod">
          <ac:chgData name="Aakash Nandy" userId="f712bb5891371787" providerId="LiveId" clId="{403488C1-F602-48A8-92BA-0CE005C00611}" dt="2026-08-15T06:29:30.203" v="4045" actId="1035"/>
          <ac:spMkLst>
            <pc:docMk/>
            <pc:sldMk cId="1079197155" sldId="259"/>
            <ac:spMk id="29" creationId="{7ABF2AEF-7958-7026-9734-0E11E99A40E4}"/>
          </ac:spMkLst>
        </pc:spChg>
        <pc:spChg chg="add mod">
          <ac:chgData name="Aakash Nandy" userId="f712bb5891371787" providerId="LiveId" clId="{403488C1-F602-48A8-92BA-0CE005C00611}" dt="2026-08-15T06:29:30.203" v="4045" actId="1035"/>
          <ac:spMkLst>
            <pc:docMk/>
            <pc:sldMk cId="1079197155" sldId="259"/>
            <ac:spMk id="30" creationId="{48A89A01-2652-3700-2594-EAE011A4CA58}"/>
          </ac:spMkLst>
        </pc:spChg>
        <pc:spChg chg="add mod">
          <ac:chgData name="Aakash Nandy" userId="f712bb5891371787" providerId="LiveId" clId="{403488C1-F602-48A8-92BA-0CE005C00611}" dt="2026-08-15T06:27:57.739" v="3998" actId="1076"/>
          <ac:spMkLst>
            <pc:docMk/>
            <pc:sldMk cId="1079197155" sldId="259"/>
            <ac:spMk id="33" creationId="{D0A8F44A-4F4E-B001-8C29-47EF2CBE10DF}"/>
          </ac:spMkLst>
        </pc:spChg>
        <pc:spChg chg="mod">
          <ac:chgData name="Aakash Nandy" userId="f712bb5891371787" providerId="LiveId" clId="{403488C1-F602-48A8-92BA-0CE005C00611}" dt="2026-08-17T01:33:11.345" v="4928" actId="403"/>
          <ac:spMkLst>
            <pc:docMk/>
            <pc:sldMk cId="1079197155" sldId="259"/>
            <ac:spMk id="393" creationId="{73E6D031-B3D0-F3A5-6FE1-9A2C7088BB31}"/>
          </ac:spMkLst>
        </pc:spChg>
        <pc:picChg chg="add del mod modCrop">
          <ac:chgData name="Aakash Nandy" userId="f712bb5891371787" providerId="LiveId" clId="{403488C1-F602-48A8-92BA-0CE005C00611}" dt="2026-08-15T05:47:41.244" v="2554" actId="207"/>
          <ac:picMkLst>
            <pc:docMk/>
            <pc:sldMk cId="1079197155" sldId="259"/>
            <ac:picMk id="6" creationId="{176D7B44-83BB-33AE-12DE-68CA2298F930}"/>
          </ac:picMkLst>
        </pc:picChg>
        <pc:picChg chg="add mod modCrop">
          <ac:chgData name="Aakash Nandy" userId="f712bb5891371787" providerId="LiveId" clId="{403488C1-F602-48A8-92BA-0CE005C00611}" dt="2026-08-15T05:47:46.738" v="2555" actId="1076"/>
          <ac:picMkLst>
            <pc:docMk/>
            <pc:sldMk cId="1079197155" sldId="259"/>
            <ac:picMk id="10" creationId="{A994964D-FD9F-9AC8-7EA4-6D5AE5FF9B9D}"/>
          </ac:picMkLst>
        </pc:picChg>
        <pc:picChg chg="add mod modCrop">
          <ac:chgData name="Aakash Nandy" userId="f712bb5891371787" providerId="LiveId" clId="{403488C1-F602-48A8-92BA-0CE005C00611}" dt="2026-08-15T06:28:12.263" v="4007" actId="1076"/>
          <ac:picMkLst>
            <pc:docMk/>
            <pc:sldMk cId="1079197155" sldId="259"/>
            <ac:picMk id="12" creationId="{A218DAA9-162B-6A8A-CCDC-33C6F096F5A4}"/>
          </ac:picMkLst>
        </pc:picChg>
        <pc:picChg chg="add mod ord modCrop">
          <ac:chgData name="Aakash Nandy" userId="f712bb5891371787" providerId="LiveId" clId="{403488C1-F602-48A8-92BA-0CE005C00611}" dt="2026-08-15T06:29:36.592" v="4047" actId="1036"/>
          <ac:picMkLst>
            <pc:docMk/>
            <pc:sldMk cId="1079197155" sldId="259"/>
            <ac:picMk id="17" creationId="{5BBF2895-5670-D4F9-E670-F319788DB2E6}"/>
          </ac:picMkLst>
        </pc:picChg>
      </pc:sldChg>
      <pc:sldChg chg="addSp delSp modSp add mod ord modShow">
        <pc:chgData name="Aakash Nandy" userId="f712bb5891371787" providerId="LiveId" clId="{403488C1-F602-48A8-92BA-0CE005C00611}" dt="2026-09-13T05:39:26.725" v="11517"/>
        <pc:sldMkLst>
          <pc:docMk/>
          <pc:sldMk cId="4218429262" sldId="260"/>
        </pc:sldMkLst>
        <pc:spChg chg="add mod topLvl">
          <ac:chgData name="Aakash Nandy" userId="f712bb5891371787" providerId="LiveId" clId="{403488C1-F602-48A8-92BA-0CE005C00611}" dt="2026-08-17T01:28:48.145" v="4850" actId="165"/>
          <ac:spMkLst>
            <pc:docMk/>
            <pc:sldMk cId="4218429262" sldId="260"/>
            <ac:spMk id="3" creationId="{F8DBDE26-C443-03B0-7F8B-3E070919FFD6}"/>
          </ac:spMkLst>
        </pc:spChg>
        <pc:spChg chg="add mod topLvl">
          <ac:chgData name="Aakash Nandy" userId="f712bb5891371787" providerId="LiveId" clId="{403488C1-F602-48A8-92BA-0CE005C00611}" dt="2026-08-17T01:28:48.145" v="4850" actId="165"/>
          <ac:spMkLst>
            <pc:docMk/>
            <pc:sldMk cId="4218429262" sldId="260"/>
            <ac:spMk id="9" creationId="{34D62F9E-CF9E-5F6C-283E-DC06B7634FA6}"/>
          </ac:spMkLst>
        </pc:spChg>
        <pc:spChg chg="add mod topLvl">
          <ac:chgData name="Aakash Nandy" userId="f712bb5891371787" providerId="LiveId" clId="{403488C1-F602-48A8-92BA-0CE005C00611}" dt="2026-08-17T01:28:48.145" v="4850" actId="165"/>
          <ac:spMkLst>
            <pc:docMk/>
            <pc:sldMk cId="4218429262" sldId="260"/>
            <ac:spMk id="10" creationId="{1023625B-150E-A719-9935-F21214A7F014}"/>
          </ac:spMkLst>
        </pc:spChg>
        <pc:spChg chg="add mod">
          <ac:chgData name="Aakash Nandy" userId="f712bb5891371787" providerId="LiveId" clId="{403488C1-F602-48A8-92BA-0CE005C00611}" dt="2026-08-17T02:32:18.979" v="5624" actId="113"/>
          <ac:spMkLst>
            <pc:docMk/>
            <pc:sldMk cId="4218429262" sldId="260"/>
            <ac:spMk id="17" creationId="{844DCB0B-CC1C-A2C4-CDB4-595234A8B369}"/>
          </ac:spMkLst>
        </pc:spChg>
        <pc:spChg chg="add mod ord topLvl">
          <ac:chgData name="Aakash Nandy" userId="f712bb5891371787" providerId="LiveId" clId="{403488C1-F602-48A8-92BA-0CE005C00611}" dt="2026-08-17T01:28:48.145" v="4850" actId="165"/>
          <ac:spMkLst>
            <pc:docMk/>
            <pc:sldMk cId="4218429262" sldId="260"/>
            <ac:spMk id="18" creationId="{D0E38347-086F-ADA8-52CF-3B3827950F26}"/>
          </ac:spMkLst>
        </pc:spChg>
        <pc:spChg chg="mod">
          <ac:chgData name="Aakash Nandy" userId="f712bb5891371787" providerId="LiveId" clId="{403488C1-F602-48A8-92BA-0CE005C00611}" dt="2026-08-17T01:18:32.333" v="4280"/>
          <ac:spMkLst>
            <pc:docMk/>
            <pc:sldMk cId="4218429262" sldId="260"/>
            <ac:spMk id="25" creationId="{29BB80D2-9367-C0B3-E2A7-F6EAE1137FDB}"/>
          </ac:spMkLst>
        </pc:spChg>
        <pc:spChg chg="mod">
          <ac:chgData name="Aakash Nandy" userId="f712bb5891371787" providerId="LiveId" clId="{403488C1-F602-48A8-92BA-0CE005C00611}" dt="2026-08-17T01:18:32.333" v="4280"/>
          <ac:spMkLst>
            <pc:docMk/>
            <pc:sldMk cId="4218429262" sldId="260"/>
            <ac:spMk id="26" creationId="{336CBA46-F9DD-F003-FD0A-1948189DEF90}"/>
          </ac:spMkLst>
        </pc:spChg>
        <pc:spChg chg="mod">
          <ac:chgData name="Aakash Nandy" userId="f712bb5891371787" providerId="LiveId" clId="{403488C1-F602-48A8-92BA-0CE005C00611}" dt="2026-08-17T01:18:32.333" v="4280"/>
          <ac:spMkLst>
            <pc:docMk/>
            <pc:sldMk cId="4218429262" sldId="260"/>
            <ac:spMk id="27" creationId="{8D6F213F-082D-1F25-B2D1-C901CFC10CFE}"/>
          </ac:spMkLst>
        </pc:spChg>
        <pc:spChg chg="mod">
          <ac:chgData name="Aakash Nandy" userId="f712bb5891371787" providerId="LiveId" clId="{403488C1-F602-48A8-92BA-0CE005C00611}" dt="2026-08-17T01:18:32.333" v="4280"/>
          <ac:spMkLst>
            <pc:docMk/>
            <pc:sldMk cId="4218429262" sldId="260"/>
            <ac:spMk id="28" creationId="{9071DFC4-CF13-6573-9A50-389C5F0D68DF}"/>
          </ac:spMkLst>
        </pc:spChg>
        <pc:spChg chg="add mod">
          <ac:chgData name="Aakash Nandy" userId="f712bb5891371787" providerId="LiveId" clId="{403488C1-F602-48A8-92BA-0CE005C00611}" dt="2026-09-12T19:36:47.930" v="7042" actId="20577"/>
          <ac:spMkLst>
            <pc:docMk/>
            <pc:sldMk cId="4218429262" sldId="260"/>
            <ac:spMk id="29" creationId="{1DF097D3-69F3-DE63-A7F8-591300A1257B}"/>
          </ac:spMkLst>
        </pc:spChg>
        <pc:spChg chg="add mod ord">
          <ac:chgData name="Aakash Nandy" userId="f712bb5891371787" providerId="LiveId" clId="{403488C1-F602-48A8-92BA-0CE005C00611}" dt="2026-08-17T01:32:29.329" v="4916" actId="1076"/>
          <ac:spMkLst>
            <pc:docMk/>
            <pc:sldMk cId="4218429262" sldId="260"/>
            <ac:spMk id="36" creationId="{4E342D98-2F87-FD22-88F8-9C33EF67A70C}"/>
          </ac:spMkLst>
        </pc:spChg>
        <pc:spChg chg="add mod ord">
          <ac:chgData name="Aakash Nandy" userId="f712bb5891371787" providerId="LiveId" clId="{403488C1-F602-48A8-92BA-0CE005C00611}" dt="2026-08-17T01:32:29.329" v="4916" actId="1076"/>
          <ac:spMkLst>
            <pc:docMk/>
            <pc:sldMk cId="4218429262" sldId="260"/>
            <ac:spMk id="37" creationId="{CF9EEC2E-D8AD-AE8F-EF75-A8AB4BE7980D}"/>
          </ac:spMkLst>
        </pc:spChg>
        <pc:spChg chg="add mod">
          <ac:chgData name="Aakash Nandy" userId="f712bb5891371787" providerId="LiveId" clId="{403488C1-F602-48A8-92BA-0CE005C00611}" dt="2026-08-17T01:38:33.846" v="5035" actId="1076"/>
          <ac:spMkLst>
            <pc:docMk/>
            <pc:sldMk cId="4218429262" sldId="260"/>
            <ac:spMk id="56" creationId="{36B45E8F-9C50-1AC5-21A0-92A269CA3127}"/>
          </ac:spMkLst>
        </pc:spChg>
        <pc:spChg chg="add mod">
          <ac:chgData name="Aakash Nandy" userId="f712bb5891371787" providerId="LiveId" clId="{403488C1-F602-48A8-92BA-0CE005C00611}" dt="2026-09-12T19:37:26.527" v="7065" actId="20577"/>
          <ac:spMkLst>
            <pc:docMk/>
            <pc:sldMk cId="4218429262" sldId="260"/>
            <ac:spMk id="62" creationId="{A71C9FF6-331E-343D-19DB-2C54DF00D9DA}"/>
          </ac:spMkLst>
        </pc:spChg>
        <pc:spChg chg="add mod">
          <ac:chgData name="Aakash Nandy" userId="f712bb5891371787" providerId="LiveId" clId="{403488C1-F602-48A8-92BA-0CE005C00611}" dt="2026-08-17T01:39:10.234" v="5052" actId="122"/>
          <ac:spMkLst>
            <pc:docMk/>
            <pc:sldMk cId="4218429262" sldId="260"/>
            <ac:spMk id="64" creationId="{9049A267-3E1B-3BC2-0991-BD45E8652328}"/>
          </ac:spMkLst>
        </pc:spChg>
        <pc:spChg chg="add mod">
          <ac:chgData name="Aakash Nandy" userId="f712bb5891371787" providerId="LiveId" clId="{403488C1-F602-48A8-92BA-0CE005C00611}" dt="2026-08-17T01:47:48.411" v="5536" actId="14100"/>
          <ac:spMkLst>
            <pc:docMk/>
            <pc:sldMk cId="4218429262" sldId="260"/>
            <ac:spMk id="68" creationId="{2B1A0268-AB68-75AD-8861-0276C210C44D}"/>
          </ac:spMkLst>
        </pc:spChg>
        <pc:spChg chg="add mod">
          <ac:chgData name="Aakash Nandy" userId="f712bb5891371787" providerId="LiveId" clId="{403488C1-F602-48A8-92BA-0CE005C00611}" dt="2026-08-17T01:42:40.155" v="5259" actId="14100"/>
          <ac:spMkLst>
            <pc:docMk/>
            <pc:sldMk cId="4218429262" sldId="260"/>
            <ac:spMk id="70" creationId="{4F0CA58C-0977-B3A8-0804-44ABDE267C4D}"/>
          </ac:spMkLst>
        </pc:spChg>
        <pc:spChg chg="add mod">
          <ac:chgData name="Aakash Nandy" userId="f712bb5891371787" providerId="LiveId" clId="{403488C1-F602-48A8-92BA-0CE005C00611}" dt="2026-08-17T01:46:36.969" v="5452" actId="1038"/>
          <ac:spMkLst>
            <pc:docMk/>
            <pc:sldMk cId="4218429262" sldId="260"/>
            <ac:spMk id="72" creationId="{2C8EA935-FE5F-91DA-BBA2-EADBACC94FE9}"/>
          </ac:spMkLst>
        </pc:spChg>
        <pc:spChg chg="mod">
          <ac:chgData name="Aakash Nandy" userId="f712bb5891371787" providerId="LiveId" clId="{403488C1-F602-48A8-92BA-0CE005C00611}" dt="2026-08-17T01:47:16.891" v="5491" actId="20577"/>
          <ac:spMkLst>
            <pc:docMk/>
            <pc:sldMk cId="4218429262" sldId="260"/>
            <ac:spMk id="393" creationId="{62C4A2C3-B865-595F-D9E2-F92ADBA383BB}"/>
          </ac:spMkLst>
        </pc:spChg>
        <pc:grpChg chg="add del mod">
          <ac:chgData name="Aakash Nandy" userId="f712bb5891371787" providerId="LiveId" clId="{403488C1-F602-48A8-92BA-0CE005C00611}" dt="2026-08-17T01:32:29.329" v="4916" actId="1076"/>
          <ac:grpSpMkLst>
            <pc:docMk/>
            <pc:sldMk cId="4218429262" sldId="260"/>
            <ac:grpSpMk id="23" creationId="{5C2670A3-5921-DB6B-6310-3F5203F357F5}"/>
          </ac:grpSpMkLst>
        </pc:grpChg>
        <pc:grpChg chg="add del mod ord">
          <ac:chgData name="Aakash Nandy" userId="f712bb5891371787" providerId="LiveId" clId="{403488C1-F602-48A8-92BA-0CE005C00611}" dt="2026-08-17T01:32:29.329" v="4916" actId="1076"/>
          <ac:grpSpMkLst>
            <pc:docMk/>
            <pc:sldMk cId="4218429262" sldId="260"/>
            <ac:grpSpMk id="24" creationId="{4C7BC3AA-7374-4236-89C3-DB999393CCB5}"/>
          </ac:grpSpMkLst>
        </pc:grpChg>
        <pc:picChg chg="add mod ord modCrop">
          <ac:chgData name="Aakash Nandy" userId="f712bb5891371787" providerId="LiveId" clId="{403488C1-F602-48A8-92BA-0CE005C00611}" dt="2026-08-17T01:32:29.329" v="4916" actId="1076"/>
          <ac:picMkLst>
            <pc:docMk/>
            <pc:sldMk cId="4218429262" sldId="260"/>
            <ac:picMk id="2" creationId="{765A2380-F27D-1BC4-FCF5-11AE510E6F22}"/>
          </ac:picMkLst>
        </pc:picChg>
        <pc:picChg chg="add mod ord modCrop">
          <ac:chgData name="Aakash Nandy" userId="f712bb5891371787" providerId="LiveId" clId="{403488C1-F602-48A8-92BA-0CE005C00611}" dt="2026-08-17T01:46:29.583" v="5448" actId="1035"/>
          <ac:picMkLst>
            <pc:docMk/>
            <pc:sldMk cId="4218429262" sldId="260"/>
            <ac:picMk id="4" creationId="{9AD001C4-3B1B-8B77-8545-FA700AF9E17F}"/>
          </ac:picMkLst>
        </pc:picChg>
        <pc:picChg chg="add mod modCrop">
          <ac:chgData name="Aakash Nandy" userId="f712bb5891371787" providerId="LiveId" clId="{403488C1-F602-48A8-92BA-0CE005C00611}" dt="2026-09-13T05:39:26.725" v="11517"/>
          <ac:picMkLst>
            <pc:docMk/>
            <pc:sldMk cId="4218429262" sldId="260"/>
            <ac:picMk id="6" creationId="{87071B9A-B805-5784-0939-C93A171B2F8C}"/>
          </ac:picMkLst>
        </pc:picChg>
        <pc:picChg chg="add del mod ord modCrop">
          <ac:chgData name="Aakash Nandy" userId="f712bb5891371787" providerId="LiveId" clId="{403488C1-F602-48A8-92BA-0CE005C00611}" dt="2026-09-06T19:43:40.803" v="5718" actId="1582"/>
          <ac:picMkLst>
            <pc:docMk/>
            <pc:sldMk cId="4218429262" sldId="260"/>
            <ac:picMk id="7" creationId="{ACB1C2C5-B1A4-5980-BD30-583F4B76AA9F}"/>
          </ac:picMkLst>
        </pc:picChg>
        <pc:picChg chg="add mod">
          <ac:chgData name="Aakash Nandy" userId="f712bb5891371787" providerId="LiveId" clId="{403488C1-F602-48A8-92BA-0CE005C00611}" dt="2026-08-17T01:32:29.329" v="4916" actId="1076"/>
          <ac:picMkLst>
            <pc:docMk/>
            <pc:sldMk cId="4218429262" sldId="260"/>
            <ac:picMk id="14" creationId="{BB509BEE-23A3-93BA-662F-401146FE36E2}"/>
          </ac:picMkLst>
        </pc:picChg>
        <pc:picChg chg="add mod modCrop">
          <ac:chgData name="Aakash Nandy" userId="f712bb5891371787" providerId="LiveId" clId="{403488C1-F602-48A8-92BA-0CE005C00611}" dt="2026-08-17T01:41:05.306" v="5243" actId="34807"/>
          <ac:picMkLst>
            <pc:docMk/>
            <pc:sldMk cId="4218429262" sldId="260"/>
            <ac:picMk id="43" creationId="{A2D094C5-B5E5-560E-17F0-E9FFCC6BAD8D}"/>
          </ac:picMkLst>
        </pc:picChg>
        <pc:picChg chg="add mod modCrop">
          <ac:chgData name="Aakash Nandy" userId="f712bb5891371787" providerId="LiveId" clId="{403488C1-F602-48A8-92BA-0CE005C00611}" dt="2026-08-17T01:40:54.340" v="5242" actId="34807"/>
          <ac:picMkLst>
            <pc:docMk/>
            <pc:sldMk cId="4218429262" sldId="260"/>
            <ac:picMk id="44" creationId="{ABD3C06E-BB20-4E39-8B17-195FE89A45CA}"/>
          </ac:picMkLst>
        </pc:picChg>
        <pc:picChg chg="add mod">
          <ac:chgData name="Aakash Nandy" userId="f712bb5891371787" providerId="LiveId" clId="{403488C1-F602-48A8-92BA-0CE005C00611}" dt="2026-09-06T19:43:33.376" v="5716" actId="1582"/>
          <ac:picMkLst>
            <pc:docMk/>
            <pc:sldMk cId="4218429262" sldId="260"/>
            <ac:picMk id="46" creationId="{0873FF0B-BA64-BF93-3450-11C8DB8945D3}"/>
          </ac:picMkLst>
        </pc:picChg>
        <pc:cxnChg chg="add mod">
          <ac:chgData name="Aakash Nandy" userId="f712bb5891371787" providerId="LiveId" clId="{403488C1-F602-48A8-92BA-0CE005C00611}" dt="2026-08-17T02:31:14.579" v="5590" actId="208"/>
          <ac:cxnSpMkLst>
            <pc:docMk/>
            <pc:sldMk cId="4218429262" sldId="260"/>
            <ac:cxnSpMk id="13" creationId="{F9B4374B-B2B2-1098-9E1A-D10E76238C5B}"/>
          </ac:cxnSpMkLst>
        </pc:cxnChg>
      </pc:sldChg>
      <pc:sldChg chg="addSp delSp modSp add mod ord modShow">
        <pc:chgData name="Aakash Nandy" userId="f712bb5891371787" providerId="LiveId" clId="{403488C1-F602-48A8-92BA-0CE005C00611}" dt="2026-09-13T05:39:53.673" v="11518"/>
        <pc:sldMkLst>
          <pc:docMk/>
          <pc:sldMk cId="2665617021" sldId="261"/>
        </pc:sldMkLst>
        <pc:spChg chg="add del mod">
          <ac:chgData name="Aakash Nandy" userId="f712bb5891371787" providerId="LiveId" clId="{403488C1-F602-48A8-92BA-0CE005C00611}" dt="2026-09-12T18:50:17.631" v="5812"/>
          <ac:spMkLst>
            <pc:docMk/>
            <pc:sldMk cId="2665617021" sldId="261"/>
            <ac:spMk id="4" creationId="{6EE6BFC7-C4E4-2993-558D-3D74E7091277}"/>
          </ac:spMkLst>
        </pc:spChg>
        <pc:spChg chg="add mod">
          <ac:chgData name="Aakash Nandy" userId="f712bb5891371787" providerId="LiveId" clId="{403488C1-F602-48A8-92BA-0CE005C00611}" dt="2026-09-12T19:38:06.363" v="7087" actId="1036"/>
          <ac:spMkLst>
            <pc:docMk/>
            <pc:sldMk cId="2665617021" sldId="261"/>
            <ac:spMk id="4" creationId="{BB69E3A8-7EEF-843F-7F01-69109BE36FDE}"/>
          </ac:spMkLst>
        </pc:spChg>
        <pc:spChg chg="mod">
          <ac:chgData name="Aakash Nandy" userId="f712bb5891371787" providerId="LiveId" clId="{403488C1-F602-48A8-92BA-0CE005C00611}" dt="2026-09-12T19:46:43.590" v="7183"/>
          <ac:spMkLst>
            <pc:docMk/>
            <pc:sldMk cId="2665617021" sldId="261"/>
            <ac:spMk id="8" creationId="{29DF13EC-93D9-3145-7757-64527A46ACBA}"/>
          </ac:spMkLst>
        </pc:spChg>
        <pc:spChg chg="mod">
          <ac:chgData name="Aakash Nandy" userId="f712bb5891371787" providerId="LiveId" clId="{403488C1-F602-48A8-92BA-0CE005C00611}" dt="2026-09-12T19:46:43.590" v="7183"/>
          <ac:spMkLst>
            <pc:docMk/>
            <pc:sldMk cId="2665617021" sldId="261"/>
            <ac:spMk id="10" creationId="{05898136-52D9-8E3E-0F9E-D5051C50A226}"/>
          </ac:spMkLst>
        </pc:spChg>
        <pc:spChg chg="mod">
          <ac:chgData name="Aakash Nandy" userId="f712bb5891371787" providerId="LiveId" clId="{403488C1-F602-48A8-92BA-0CE005C00611}" dt="2026-09-12T19:46:43.590" v="7183"/>
          <ac:spMkLst>
            <pc:docMk/>
            <pc:sldMk cId="2665617021" sldId="261"/>
            <ac:spMk id="12" creationId="{1AD07FC7-C5EC-F491-9208-717AF258D7E7}"/>
          </ac:spMkLst>
        </pc:spChg>
        <pc:spChg chg="add mod">
          <ac:chgData name="Aakash Nandy" userId="f712bb5891371787" providerId="LiveId" clId="{403488C1-F602-48A8-92BA-0CE005C00611}" dt="2026-09-12T19:06:35.393" v="6032" actId="1038"/>
          <ac:spMkLst>
            <pc:docMk/>
            <pc:sldMk cId="2665617021" sldId="261"/>
            <ac:spMk id="14" creationId="{EC9D113A-267D-0806-DB43-15E0263FD22B}"/>
          </ac:spMkLst>
        </pc:spChg>
        <pc:spChg chg="add mod">
          <ac:chgData name="Aakash Nandy" userId="f712bb5891371787" providerId="LiveId" clId="{403488C1-F602-48A8-92BA-0CE005C00611}" dt="2026-09-12T19:06:26.986" v="6028" actId="1076"/>
          <ac:spMkLst>
            <pc:docMk/>
            <pc:sldMk cId="2665617021" sldId="261"/>
            <ac:spMk id="15" creationId="{23B00B16-2B1F-28E3-796D-5C72A3E0FCAA}"/>
          </ac:spMkLst>
        </pc:spChg>
        <pc:spChg chg="add mod">
          <ac:chgData name="Aakash Nandy" userId="f712bb5891371787" providerId="LiveId" clId="{403488C1-F602-48A8-92BA-0CE005C00611}" dt="2026-09-12T19:08:53.450" v="6146" actId="20577"/>
          <ac:spMkLst>
            <pc:docMk/>
            <pc:sldMk cId="2665617021" sldId="261"/>
            <ac:spMk id="16" creationId="{20D1D939-FCF6-C4F4-A823-978C73B1E7E4}"/>
          </ac:spMkLst>
        </pc:spChg>
        <pc:spChg chg="mod">
          <ac:chgData name="Aakash Nandy" userId="f712bb5891371787" providerId="LiveId" clId="{403488C1-F602-48A8-92BA-0CE005C00611}" dt="2026-09-12T19:46:43.590" v="7183"/>
          <ac:spMkLst>
            <pc:docMk/>
            <pc:sldMk cId="2665617021" sldId="261"/>
            <ac:spMk id="17" creationId="{59F8E8F9-F32C-DEC9-022E-C39535B25F82}"/>
          </ac:spMkLst>
        </pc:spChg>
        <pc:spChg chg="add del mod">
          <ac:chgData name="Aakash Nandy" userId="f712bb5891371787" providerId="LiveId" clId="{403488C1-F602-48A8-92BA-0CE005C00611}" dt="2026-09-12T19:09:02.757" v="6164" actId="478"/>
          <ac:spMkLst>
            <pc:docMk/>
            <pc:sldMk cId="2665617021" sldId="261"/>
            <ac:spMk id="17" creationId="{C86FD640-33EC-2891-FDBE-1FB5437309BE}"/>
          </ac:spMkLst>
        </pc:spChg>
        <pc:spChg chg="add mod">
          <ac:chgData name="Aakash Nandy" userId="f712bb5891371787" providerId="LiveId" clId="{403488C1-F602-48A8-92BA-0CE005C00611}" dt="2026-09-12T19:09:09.529" v="6174" actId="20577"/>
          <ac:spMkLst>
            <pc:docMk/>
            <pc:sldMk cId="2665617021" sldId="261"/>
            <ac:spMk id="18" creationId="{6FC99CB6-EB0B-1C83-D9A3-75357B21A699}"/>
          </ac:spMkLst>
        </pc:spChg>
        <pc:spChg chg="add mod ord">
          <ac:chgData name="Aakash Nandy" userId="f712bb5891371787" providerId="LiveId" clId="{403488C1-F602-48A8-92BA-0CE005C00611}" dt="2026-09-12T19:38:16.376" v="7088" actId="1038"/>
          <ac:spMkLst>
            <pc:docMk/>
            <pc:sldMk cId="2665617021" sldId="261"/>
            <ac:spMk id="19" creationId="{E9F50AEB-E1B7-653F-10C3-F7F97FA37548}"/>
          </ac:spMkLst>
        </pc:spChg>
        <pc:spChg chg="add del mod">
          <ac:chgData name="Aakash Nandy" userId="f712bb5891371787" providerId="LiveId" clId="{403488C1-F602-48A8-92BA-0CE005C00611}" dt="2026-09-12T19:13:06.527" v="6404" actId="478"/>
          <ac:spMkLst>
            <pc:docMk/>
            <pc:sldMk cId="2665617021" sldId="261"/>
            <ac:spMk id="20" creationId="{7573301A-ED3D-469D-0DB8-B79EDFC6C635}"/>
          </ac:spMkLst>
        </pc:spChg>
        <pc:spChg chg="add del mod">
          <ac:chgData name="Aakash Nandy" userId="f712bb5891371787" providerId="LiveId" clId="{403488C1-F602-48A8-92BA-0CE005C00611}" dt="2026-09-12T19:14:17.208" v="6420" actId="478"/>
          <ac:spMkLst>
            <pc:docMk/>
            <pc:sldMk cId="2665617021" sldId="261"/>
            <ac:spMk id="21" creationId="{908C7B6A-CDCD-BD40-DD6A-46D93EAB3A46}"/>
          </ac:spMkLst>
        </pc:spChg>
        <pc:spChg chg="add mod">
          <ac:chgData name="Aakash Nandy" userId="f712bb5891371787" providerId="LiveId" clId="{403488C1-F602-48A8-92BA-0CE005C00611}" dt="2026-09-12T19:18:26.267" v="6573" actId="164"/>
          <ac:spMkLst>
            <pc:docMk/>
            <pc:sldMk cId="2665617021" sldId="261"/>
            <ac:spMk id="22" creationId="{41EA5937-BCE8-CB9E-2907-7DD889CDEF84}"/>
          </ac:spMkLst>
        </pc:spChg>
        <pc:spChg chg="add mod">
          <ac:chgData name="Aakash Nandy" userId="f712bb5891371787" providerId="LiveId" clId="{403488C1-F602-48A8-92BA-0CE005C00611}" dt="2026-09-12T19:48:18.731" v="7223" actId="14100"/>
          <ac:spMkLst>
            <pc:docMk/>
            <pc:sldMk cId="2665617021" sldId="261"/>
            <ac:spMk id="23" creationId="{29C434FC-8950-0E0A-BAA4-39C63F2DC9E6}"/>
          </ac:spMkLst>
        </pc:spChg>
        <pc:spChg chg="add del mod">
          <ac:chgData name="Aakash Nandy" userId="f712bb5891371787" providerId="LiveId" clId="{403488C1-F602-48A8-92BA-0CE005C00611}" dt="2026-09-12T19:16:27.657" v="6550" actId="478"/>
          <ac:spMkLst>
            <pc:docMk/>
            <pc:sldMk cId="2665617021" sldId="261"/>
            <ac:spMk id="23" creationId="{B2A0269A-4865-DC5B-9E21-F8607B4B8F13}"/>
          </ac:spMkLst>
        </pc:spChg>
        <pc:spChg chg="add mod">
          <ac:chgData name="Aakash Nandy" userId="f712bb5891371787" providerId="LiveId" clId="{403488C1-F602-48A8-92BA-0CE005C00611}" dt="2026-09-12T19:18:26.267" v="6573" actId="164"/>
          <ac:spMkLst>
            <pc:docMk/>
            <pc:sldMk cId="2665617021" sldId="261"/>
            <ac:spMk id="26" creationId="{7081A6FC-E3E2-7E05-C507-D94B15F1FD1E}"/>
          </ac:spMkLst>
        </pc:spChg>
        <pc:spChg chg="add mod">
          <ac:chgData name="Aakash Nandy" userId="f712bb5891371787" providerId="LiveId" clId="{403488C1-F602-48A8-92BA-0CE005C00611}" dt="2026-09-12T19:18:26.267" v="6573" actId="164"/>
          <ac:spMkLst>
            <pc:docMk/>
            <pc:sldMk cId="2665617021" sldId="261"/>
            <ac:spMk id="27" creationId="{57978738-23C8-D58C-8B81-FA667FEECD6F}"/>
          </ac:spMkLst>
        </pc:spChg>
        <pc:spChg chg="add mod">
          <ac:chgData name="Aakash Nandy" userId="f712bb5891371787" providerId="LiveId" clId="{403488C1-F602-48A8-92BA-0CE005C00611}" dt="2026-09-12T19:20:03.216" v="6612" actId="14100"/>
          <ac:spMkLst>
            <pc:docMk/>
            <pc:sldMk cId="2665617021" sldId="261"/>
            <ac:spMk id="29" creationId="{67D6D5BE-D18E-7D57-BF57-B76217FD5885}"/>
          </ac:spMkLst>
        </pc:spChg>
        <pc:spChg chg="add mod">
          <ac:chgData name="Aakash Nandy" userId="f712bb5891371787" providerId="LiveId" clId="{403488C1-F602-48A8-92BA-0CE005C00611}" dt="2026-09-12T19:27:07.480" v="6874" actId="1037"/>
          <ac:spMkLst>
            <pc:docMk/>
            <pc:sldMk cId="2665617021" sldId="261"/>
            <ac:spMk id="31" creationId="{935300A1-D429-D32A-CF4F-CDDF28DD5C01}"/>
          </ac:spMkLst>
        </pc:spChg>
        <pc:spChg chg="mod">
          <ac:chgData name="Aakash Nandy" userId="f712bb5891371787" providerId="LiveId" clId="{403488C1-F602-48A8-92BA-0CE005C00611}" dt="2026-08-17T01:47:36.743" v="5535" actId="20577"/>
          <ac:spMkLst>
            <pc:docMk/>
            <pc:sldMk cId="2665617021" sldId="261"/>
            <ac:spMk id="393" creationId="{95B07082-38B6-38E7-AF7E-21C0113B238A}"/>
          </ac:spMkLst>
        </pc:spChg>
        <pc:grpChg chg="add mod">
          <ac:chgData name="Aakash Nandy" userId="f712bb5891371787" providerId="LiveId" clId="{403488C1-F602-48A8-92BA-0CE005C00611}" dt="2026-09-12T19:47:21.373" v="7193" actId="1076"/>
          <ac:grpSpMkLst>
            <pc:docMk/>
            <pc:sldMk cId="2665617021" sldId="261"/>
            <ac:grpSpMk id="7" creationId="{D96D157C-D7E5-F8DA-E76B-43B3EED89536}"/>
          </ac:grpSpMkLst>
        </pc:grpChg>
        <pc:grpChg chg="add mod">
          <ac:chgData name="Aakash Nandy" userId="f712bb5891371787" providerId="LiveId" clId="{403488C1-F602-48A8-92BA-0CE005C00611}" dt="2026-09-12T19:19:59.488" v="6610" actId="164"/>
          <ac:grpSpMkLst>
            <pc:docMk/>
            <pc:sldMk cId="2665617021" sldId="261"/>
            <ac:grpSpMk id="28" creationId="{8929EB78-052A-55F7-EE1D-500F873FCCC1}"/>
          </ac:grpSpMkLst>
        </pc:grpChg>
        <pc:grpChg chg="add mod">
          <ac:chgData name="Aakash Nandy" userId="f712bb5891371787" providerId="LiveId" clId="{403488C1-F602-48A8-92BA-0CE005C00611}" dt="2026-09-12T19:38:01.039" v="7080" actId="1037"/>
          <ac:grpSpMkLst>
            <pc:docMk/>
            <pc:sldMk cId="2665617021" sldId="261"/>
            <ac:grpSpMk id="30" creationId="{C62CEB62-29B3-6F42-E87E-B339A7CC6C59}"/>
          </ac:grpSpMkLst>
        </pc:grpChg>
        <pc:picChg chg="add mod">
          <ac:chgData name="Aakash Nandy" userId="f712bb5891371787" providerId="LiveId" clId="{403488C1-F602-48A8-92BA-0CE005C00611}" dt="2026-09-12T19:49:33.314" v="7227" actId="1036"/>
          <ac:picMkLst>
            <pc:docMk/>
            <pc:sldMk cId="2665617021" sldId="261"/>
            <ac:picMk id="3" creationId="{DFECEE17-0844-3229-2371-4E958B3DF680}"/>
          </ac:picMkLst>
        </pc:picChg>
        <pc:picChg chg="add del mod modCrop">
          <ac:chgData name="Aakash Nandy" userId="f712bb5891371787" providerId="LiveId" clId="{403488C1-F602-48A8-92BA-0CE005C00611}" dt="2026-09-12T19:44:29.248" v="7127" actId="21"/>
          <ac:picMkLst>
            <pc:docMk/>
            <pc:sldMk cId="2665617021" sldId="261"/>
            <ac:picMk id="6" creationId="{7DE1CB99-2836-8823-8B31-09020B6F7B0C}"/>
          </ac:picMkLst>
        </pc:picChg>
        <pc:picChg chg="add mod">
          <ac:chgData name="Aakash Nandy" userId="f712bb5891371787" providerId="LiveId" clId="{403488C1-F602-48A8-92BA-0CE005C00611}" dt="2026-09-12T18:58:01.472" v="5823" actId="1582"/>
          <ac:picMkLst>
            <pc:docMk/>
            <pc:sldMk cId="2665617021" sldId="261"/>
            <ac:picMk id="9" creationId="{BABBDC95-5074-E262-2579-D9534B40BF61}"/>
          </ac:picMkLst>
        </pc:picChg>
        <pc:picChg chg="add mod">
          <ac:chgData name="Aakash Nandy" userId="f712bb5891371787" providerId="LiveId" clId="{403488C1-F602-48A8-92BA-0CE005C00611}" dt="2026-09-12T19:49:31.914" v="7226" actId="1036"/>
          <ac:picMkLst>
            <pc:docMk/>
            <pc:sldMk cId="2665617021" sldId="261"/>
            <ac:picMk id="11" creationId="{99138195-1142-72B5-EF9A-2C827422EEB9}"/>
          </ac:picMkLst>
        </pc:picChg>
        <pc:picChg chg="add mod modCrop">
          <ac:chgData name="Aakash Nandy" userId="f712bb5891371787" providerId="LiveId" clId="{403488C1-F602-48A8-92BA-0CE005C00611}" dt="2026-09-12T19:04:04.857" v="5922" actId="14100"/>
          <ac:picMkLst>
            <pc:docMk/>
            <pc:sldMk cId="2665617021" sldId="261"/>
            <ac:picMk id="13" creationId="{02F9A333-83AB-DD18-8428-8817953AAA0B}"/>
          </ac:picMkLst>
        </pc:picChg>
        <pc:picChg chg="mod">
          <ac:chgData name="Aakash Nandy" userId="f712bb5891371787" providerId="LiveId" clId="{403488C1-F602-48A8-92BA-0CE005C00611}" dt="2026-09-13T05:39:53.673" v="11518"/>
          <ac:picMkLst>
            <pc:docMk/>
            <pc:sldMk cId="2665617021" sldId="261"/>
            <ac:picMk id="20" creationId="{6F63A425-E2B3-D5CD-6F09-933956344721}"/>
          </ac:picMkLst>
        </pc:picChg>
        <pc:cxnChg chg="add mod">
          <ac:chgData name="Aakash Nandy" userId="f712bb5891371787" providerId="LiveId" clId="{403488C1-F602-48A8-92BA-0CE005C00611}" dt="2026-09-12T19:18:26.267" v="6573" actId="164"/>
          <ac:cxnSpMkLst>
            <pc:docMk/>
            <pc:sldMk cId="2665617021" sldId="261"/>
            <ac:cxnSpMk id="25" creationId="{7B5415A5-E4F8-0477-4746-E1116E53C227}"/>
          </ac:cxnSpMkLst>
        </pc:cxnChg>
        <pc:cxnChg chg="add mod">
          <ac:chgData name="Aakash Nandy" userId="f712bb5891371787" providerId="LiveId" clId="{403488C1-F602-48A8-92BA-0CE005C00611}" dt="2026-09-12T19:48:25.700" v="7224" actId="14100"/>
          <ac:cxnSpMkLst>
            <pc:docMk/>
            <pc:sldMk cId="2665617021" sldId="261"/>
            <ac:cxnSpMk id="32" creationId="{F09E099C-7289-05E9-B1CA-73060F6A62D7}"/>
          </ac:cxnSpMkLst>
        </pc:cxnChg>
      </pc:sldChg>
      <pc:sldChg chg="addSp delSp modSp add mod ord modShow">
        <pc:chgData name="Aakash Nandy" userId="f712bb5891371787" providerId="LiveId" clId="{403488C1-F602-48A8-92BA-0CE005C00611}" dt="2026-09-13T02:27:04.919" v="7893" actId="404"/>
        <pc:sldMkLst>
          <pc:docMk/>
          <pc:sldMk cId="1296948355" sldId="262"/>
        </pc:sldMkLst>
        <pc:spChg chg="add mod ord">
          <ac:chgData name="Aakash Nandy" userId="f712bb5891371787" providerId="LiveId" clId="{403488C1-F602-48A8-92BA-0CE005C00611}" dt="2026-09-12T19:46:36.711" v="7181" actId="164"/>
          <ac:spMkLst>
            <pc:docMk/>
            <pc:sldMk cId="1296948355" sldId="262"/>
            <ac:spMk id="4" creationId="{1AD07FC7-C5EC-F491-9208-717AF258D7E7}"/>
          </ac:spMkLst>
        </pc:spChg>
        <pc:spChg chg="add mod ord">
          <ac:chgData name="Aakash Nandy" userId="f712bb5891371787" providerId="LiveId" clId="{403488C1-F602-48A8-92BA-0CE005C00611}" dt="2026-09-12T19:46:36.711" v="7181" actId="164"/>
          <ac:spMkLst>
            <pc:docMk/>
            <pc:sldMk cId="1296948355" sldId="262"/>
            <ac:spMk id="6" creationId="{05898136-52D9-8E3E-0F9E-D5051C50A226}"/>
          </ac:spMkLst>
        </pc:spChg>
        <pc:spChg chg="add mod ord">
          <ac:chgData name="Aakash Nandy" userId="f712bb5891371787" providerId="LiveId" clId="{403488C1-F602-48A8-92BA-0CE005C00611}" dt="2026-09-12T19:46:36.711" v="7181" actId="164"/>
          <ac:spMkLst>
            <pc:docMk/>
            <pc:sldMk cId="1296948355" sldId="262"/>
            <ac:spMk id="7" creationId="{29DF13EC-93D9-3145-7757-64527A46ACBA}"/>
          </ac:spMkLst>
        </pc:spChg>
        <pc:spChg chg="add mod">
          <ac:chgData name="Aakash Nandy" userId="f712bb5891371787" providerId="LiveId" clId="{403488C1-F602-48A8-92BA-0CE005C00611}" dt="2026-09-12T19:46:36.711" v="7181" actId="164"/>
          <ac:spMkLst>
            <pc:docMk/>
            <pc:sldMk cId="1296948355" sldId="262"/>
            <ac:spMk id="8" creationId="{59F8E8F9-F32C-DEC9-022E-C39535B25F82}"/>
          </ac:spMkLst>
        </pc:spChg>
        <pc:spChg chg="add mod">
          <ac:chgData name="Aakash Nandy" userId="f712bb5891371787" providerId="LiveId" clId="{403488C1-F602-48A8-92BA-0CE005C00611}" dt="2026-09-13T02:27:04.919" v="7893" actId="404"/>
          <ac:spMkLst>
            <pc:docMk/>
            <pc:sldMk cId="1296948355" sldId="262"/>
            <ac:spMk id="12" creationId="{FA047D2B-6001-25DF-E10E-2FAE42BFCAAE}"/>
          </ac:spMkLst>
        </pc:spChg>
        <pc:spChg chg="mod">
          <ac:chgData name="Aakash Nandy" userId="f712bb5891371787" providerId="LiveId" clId="{403488C1-F602-48A8-92BA-0CE005C00611}" dt="2026-09-12T19:56:55.614" v="7275" actId="20577"/>
          <ac:spMkLst>
            <pc:docMk/>
            <pc:sldMk cId="1296948355" sldId="262"/>
            <ac:spMk id="393" creationId="{02C67795-10E0-A7FA-6AC6-186BD16524A4}"/>
          </ac:spMkLst>
        </pc:spChg>
        <pc:grpChg chg="add del mod">
          <ac:chgData name="Aakash Nandy" userId="f712bb5891371787" providerId="LiveId" clId="{403488C1-F602-48A8-92BA-0CE005C00611}" dt="2026-09-12T19:46:39.596" v="7182" actId="21"/>
          <ac:grpSpMkLst>
            <pc:docMk/>
            <pc:sldMk cId="1296948355" sldId="262"/>
            <ac:grpSpMk id="9" creationId="{D96D157C-D7E5-F8DA-E76B-43B3EED89536}"/>
          </ac:grpSpMkLst>
        </pc:grpChg>
        <pc:picChg chg="add mod ord">
          <ac:chgData name="Aakash Nandy" userId="f712bb5891371787" providerId="LiveId" clId="{403488C1-F602-48A8-92BA-0CE005C00611}" dt="2026-09-12T19:46:36.711" v="7181" actId="164"/>
          <ac:picMkLst>
            <pc:docMk/>
            <pc:sldMk cId="1296948355" sldId="262"/>
            <ac:picMk id="3" creationId="{6F63A425-E2B3-D5CD-6F09-933956344721}"/>
          </ac:picMkLst>
        </pc:picChg>
        <pc:picChg chg="add mod">
          <ac:chgData name="Aakash Nandy" userId="f712bb5891371787" providerId="LiveId" clId="{403488C1-F602-48A8-92BA-0CE005C00611}" dt="2026-09-06T19:49:12.834" v="5745" actId="1582"/>
          <ac:picMkLst>
            <pc:docMk/>
            <pc:sldMk cId="1296948355" sldId="262"/>
            <ac:picMk id="11" creationId="{2DC8D056-C68E-05C0-10BD-0C33673BD0E1}"/>
          </ac:picMkLst>
        </pc:picChg>
        <pc:cxnChg chg="add mod">
          <ac:chgData name="Aakash Nandy" userId="f712bb5891371787" providerId="LiveId" clId="{403488C1-F602-48A8-92BA-0CE005C00611}" dt="2026-09-06T19:51:42.432" v="5774"/>
          <ac:cxnSpMkLst>
            <pc:docMk/>
            <pc:sldMk cId="1296948355" sldId="262"/>
            <ac:cxnSpMk id="25" creationId="{2A8C23B0-7119-8CBA-D1E1-A056A558FDEE}"/>
          </ac:cxnSpMkLst>
        </pc:cxnChg>
        <pc:cxnChg chg="add mod">
          <ac:chgData name="Aakash Nandy" userId="f712bb5891371787" providerId="LiveId" clId="{403488C1-F602-48A8-92BA-0CE005C00611}" dt="2026-09-06T19:52:01.737" v="5777" actId="1582"/>
          <ac:cxnSpMkLst>
            <pc:docMk/>
            <pc:sldMk cId="1296948355" sldId="262"/>
            <ac:cxnSpMk id="27" creationId="{1398FAA4-D1A1-A9B7-888B-9602D58F0E08}"/>
          </ac:cxnSpMkLst>
        </pc:cxnChg>
        <pc:cxnChg chg="add mod">
          <ac:chgData name="Aakash Nandy" userId="f712bb5891371787" providerId="LiveId" clId="{403488C1-F602-48A8-92BA-0CE005C00611}" dt="2026-09-06T19:52:15.481" v="5780" actId="1582"/>
          <ac:cxnSpMkLst>
            <pc:docMk/>
            <pc:sldMk cId="1296948355" sldId="262"/>
            <ac:cxnSpMk id="29" creationId="{D51E7D0F-C9C8-10B9-ED9D-AAA8424DD3A3}"/>
          </ac:cxnSpMkLst>
        </pc:cxnChg>
      </pc:sldChg>
      <pc:sldChg chg="addSp delSp modSp add mod">
        <pc:chgData name="Aakash Nandy" userId="f712bb5891371787" providerId="LiveId" clId="{403488C1-F602-48A8-92BA-0CE005C00611}" dt="2026-09-13T05:06:26.203" v="11508" actId="1038"/>
        <pc:sldMkLst>
          <pc:docMk/>
          <pc:sldMk cId="2625277100" sldId="263"/>
        </pc:sldMkLst>
        <pc:spChg chg="add">
          <ac:chgData name="Aakash Nandy" userId="f712bb5891371787" providerId="LiveId" clId="{403488C1-F602-48A8-92BA-0CE005C00611}" dt="2026-09-13T01:40:40.978" v="7499"/>
          <ac:spMkLst>
            <pc:docMk/>
            <pc:sldMk cId="2625277100" sldId="263"/>
            <ac:spMk id="8" creationId="{F1FAB0D4-AAF2-8DE1-FD7D-A4BD738941D0}"/>
          </ac:spMkLst>
        </pc:spChg>
        <pc:spChg chg="add mod">
          <ac:chgData name="Aakash Nandy" userId="f712bb5891371787" providerId="LiveId" clId="{403488C1-F602-48A8-92BA-0CE005C00611}" dt="2026-09-13T04:33:22.595" v="10410" actId="114"/>
          <ac:spMkLst>
            <pc:docMk/>
            <pc:sldMk cId="2625277100" sldId="263"/>
            <ac:spMk id="9" creationId="{D48CA53C-818A-CCAE-98F6-0B207A5C3C69}"/>
          </ac:spMkLst>
        </pc:spChg>
        <pc:spChg chg="add del mod">
          <ac:chgData name="Aakash Nandy" userId="f712bb5891371787" providerId="LiveId" clId="{403488C1-F602-48A8-92BA-0CE005C00611}" dt="2026-09-13T03:33:45.823" v="8999" actId="478"/>
          <ac:spMkLst>
            <pc:docMk/>
            <pc:sldMk cId="2625277100" sldId="263"/>
            <ac:spMk id="13" creationId="{969919B6-26A2-058F-90EA-2F6B405982EF}"/>
          </ac:spMkLst>
        </pc:spChg>
        <pc:spChg chg="add mod">
          <ac:chgData name="Aakash Nandy" userId="f712bb5891371787" providerId="LiveId" clId="{403488C1-F602-48A8-92BA-0CE005C00611}" dt="2026-09-13T04:01:57.841" v="9462" actId="20577"/>
          <ac:spMkLst>
            <pc:docMk/>
            <pc:sldMk cId="2625277100" sldId="263"/>
            <ac:spMk id="14" creationId="{05A0930C-C469-84E7-0045-23FA808E3930}"/>
          </ac:spMkLst>
        </pc:spChg>
        <pc:spChg chg="add mod">
          <ac:chgData name="Aakash Nandy" userId="f712bb5891371787" providerId="LiveId" clId="{403488C1-F602-48A8-92BA-0CE005C00611}" dt="2026-09-13T05:06:26.203" v="11508" actId="1038"/>
          <ac:spMkLst>
            <pc:docMk/>
            <pc:sldMk cId="2625277100" sldId="263"/>
            <ac:spMk id="74" creationId="{66046A99-2581-D01C-9738-A28CC7C44212}"/>
          </ac:spMkLst>
        </pc:spChg>
        <pc:spChg chg="mod">
          <ac:chgData name="Aakash Nandy" userId="f712bb5891371787" providerId="LiveId" clId="{403488C1-F602-48A8-92BA-0CE005C00611}" dt="2026-09-13T04:05:26.309" v="9562" actId="1076"/>
          <ac:spMkLst>
            <pc:docMk/>
            <pc:sldMk cId="2625277100" sldId="263"/>
            <ac:spMk id="393" creationId="{7DC2A3F3-8BC6-F840-335F-9DE108BF44B7}"/>
          </ac:spMkLst>
        </pc:spChg>
        <pc:graphicFrameChg chg="add del mod">
          <ac:chgData name="Aakash Nandy" userId="f712bb5891371787" providerId="LiveId" clId="{403488C1-F602-48A8-92BA-0CE005C00611}" dt="2026-09-13T02:05:15.098" v="7519" actId="478"/>
          <ac:graphicFrameMkLst>
            <pc:docMk/>
            <pc:sldMk cId="2625277100" sldId="263"/>
            <ac:graphicFrameMk id="2" creationId="{97DE7B82-C91F-7B2D-1AE9-98B3EA961A14}"/>
          </ac:graphicFrameMkLst>
        </pc:graphicFrameChg>
        <pc:graphicFrameChg chg="add mod">
          <ac:chgData name="Aakash Nandy" userId="f712bb5891371787" providerId="LiveId" clId="{403488C1-F602-48A8-92BA-0CE005C00611}" dt="2026-09-13T01:40:40.978" v="7499"/>
          <ac:graphicFrameMkLst>
            <pc:docMk/>
            <pc:sldMk cId="2625277100" sldId="263"/>
            <ac:graphicFrameMk id="4" creationId="{9E896346-09F8-D08F-433C-E9ACE7057B56}"/>
          </ac:graphicFrameMkLst>
        </pc:graphicFrameChg>
        <pc:graphicFrameChg chg="add mod">
          <ac:chgData name="Aakash Nandy" userId="f712bb5891371787" providerId="LiveId" clId="{403488C1-F602-48A8-92BA-0CE005C00611}" dt="2026-09-13T01:40:40.978" v="7499"/>
          <ac:graphicFrameMkLst>
            <pc:docMk/>
            <pc:sldMk cId="2625277100" sldId="263"/>
            <ac:graphicFrameMk id="6" creationId="{64C798CC-53BD-4B55-0F7A-FA5C9C628F80}"/>
          </ac:graphicFrameMkLst>
        </pc:graphicFrameChg>
        <pc:picChg chg="add mod">
          <ac:chgData name="Aakash Nandy" userId="f712bb5891371787" providerId="LiveId" clId="{403488C1-F602-48A8-92BA-0CE005C00611}" dt="2026-09-13T03:52:10.333" v="9399" actId="1582"/>
          <ac:picMkLst>
            <pc:docMk/>
            <pc:sldMk cId="2625277100" sldId="263"/>
            <ac:picMk id="3" creationId="{738F3648-96D5-CF17-BC1A-F2E4E7483FC3}"/>
          </ac:picMkLst>
        </pc:picChg>
        <pc:picChg chg="add mod">
          <ac:chgData name="Aakash Nandy" userId="f712bb5891371787" providerId="LiveId" clId="{403488C1-F602-48A8-92BA-0CE005C00611}" dt="2026-09-13T03:36:11.802" v="9200" actId="14100"/>
          <ac:picMkLst>
            <pc:docMk/>
            <pc:sldMk cId="2625277100" sldId="263"/>
            <ac:picMk id="11" creationId="{8E26629B-1656-BB4A-C230-7459052C36EB}"/>
          </ac:picMkLst>
        </pc:picChg>
        <pc:picChg chg="add del mod">
          <ac:chgData name="Aakash Nandy" userId="f712bb5891371787" providerId="LiveId" clId="{403488C1-F602-48A8-92BA-0CE005C00611}" dt="2026-09-13T03:48:24.172" v="9354" actId="478"/>
          <ac:picMkLst>
            <pc:docMk/>
            <pc:sldMk cId="2625277100" sldId="263"/>
            <ac:picMk id="21" creationId="{FE2ED486-913D-9FE2-D2E7-ECEAA9C6C958}"/>
          </ac:picMkLst>
        </pc:picChg>
        <pc:picChg chg="add del mod">
          <ac:chgData name="Aakash Nandy" userId="f712bb5891371787" providerId="LiveId" clId="{403488C1-F602-48A8-92BA-0CE005C00611}" dt="2026-09-13T03:50:36.473" v="9380" actId="478"/>
          <ac:picMkLst>
            <pc:docMk/>
            <pc:sldMk cId="2625277100" sldId="263"/>
            <ac:picMk id="36" creationId="{BF046E42-EE05-3761-5EDA-2269E7503D26}"/>
          </ac:picMkLst>
        </pc:picChg>
        <pc:picChg chg="add del mod">
          <ac:chgData name="Aakash Nandy" userId="f712bb5891371787" providerId="LiveId" clId="{403488C1-F602-48A8-92BA-0CE005C00611}" dt="2026-09-13T03:51:35.242" v="9394" actId="478"/>
          <ac:picMkLst>
            <pc:docMk/>
            <pc:sldMk cId="2625277100" sldId="263"/>
            <ac:picMk id="38" creationId="{1C2EC1A1-E175-D193-5292-468F475D99E1}"/>
          </ac:picMkLst>
        </pc:picChg>
        <pc:picChg chg="add del mod modCrop">
          <ac:chgData name="Aakash Nandy" userId="f712bb5891371787" providerId="LiveId" clId="{403488C1-F602-48A8-92BA-0CE005C00611}" dt="2026-09-13T03:51:12.987" v="9389" actId="478"/>
          <ac:picMkLst>
            <pc:docMk/>
            <pc:sldMk cId="2625277100" sldId="263"/>
            <ac:picMk id="40" creationId="{1EED079F-C7B0-147B-764D-1415BE7CAB0B}"/>
          </ac:picMkLst>
        </pc:picChg>
        <pc:picChg chg="add mod modCrop">
          <ac:chgData name="Aakash Nandy" userId="f712bb5891371787" providerId="LiveId" clId="{403488C1-F602-48A8-92BA-0CE005C00611}" dt="2026-09-13T04:00:22.662" v="9443" actId="1076"/>
          <ac:picMkLst>
            <pc:docMk/>
            <pc:sldMk cId="2625277100" sldId="263"/>
            <ac:picMk id="43" creationId="{BD2B8E2E-1D7D-F23C-97B1-50DFEC4894A1}"/>
          </ac:picMkLst>
        </pc:picChg>
        <pc:cxnChg chg="add del mod">
          <ac:chgData name="Aakash Nandy" userId="f712bb5891371787" providerId="LiveId" clId="{403488C1-F602-48A8-92BA-0CE005C00611}" dt="2026-09-13T03:59:21.207" v="9430" actId="478"/>
          <ac:cxnSpMkLst>
            <pc:docMk/>
            <pc:sldMk cId="2625277100" sldId="263"/>
            <ac:cxnSpMk id="16" creationId="{F71C3421-9355-B54B-8C93-1D76355C56B8}"/>
          </ac:cxnSpMkLst>
        </pc:cxnChg>
        <pc:cxnChg chg="add del mod">
          <ac:chgData name="Aakash Nandy" userId="f712bb5891371787" providerId="LiveId" clId="{403488C1-F602-48A8-92BA-0CE005C00611}" dt="2026-09-13T03:59:18.770" v="9429" actId="478"/>
          <ac:cxnSpMkLst>
            <pc:docMk/>
            <pc:sldMk cId="2625277100" sldId="263"/>
            <ac:cxnSpMk id="18" creationId="{55221016-5D81-4618-8CC7-5B2BB036DB4C}"/>
          </ac:cxnSpMkLst>
        </pc:cxnChg>
        <pc:cxnChg chg="add del mod">
          <ac:chgData name="Aakash Nandy" userId="f712bb5891371787" providerId="LiveId" clId="{403488C1-F602-48A8-92BA-0CE005C00611}" dt="2026-09-13T03:49:00.841" v="9359" actId="478"/>
          <ac:cxnSpMkLst>
            <pc:docMk/>
            <pc:sldMk cId="2625277100" sldId="263"/>
            <ac:cxnSpMk id="23" creationId="{E75102DE-319A-74E0-AF7D-E6CAA691109A}"/>
          </ac:cxnSpMkLst>
        </pc:cxnChg>
        <pc:cxnChg chg="add mod">
          <ac:chgData name="Aakash Nandy" userId="f712bb5891371787" providerId="LiveId" clId="{403488C1-F602-48A8-92BA-0CE005C00611}" dt="2026-09-13T03:54:19.588" v="9428" actId="14100"/>
          <ac:cxnSpMkLst>
            <pc:docMk/>
            <pc:sldMk cId="2625277100" sldId="263"/>
            <ac:cxnSpMk id="27" creationId="{81204EB2-58EE-5494-19AA-9E3D75EE9AFD}"/>
          </ac:cxnSpMkLst>
        </pc:cxnChg>
        <pc:cxnChg chg="add mod">
          <ac:chgData name="Aakash Nandy" userId="f712bb5891371787" providerId="LiveId" clId="{403488C1-F602-48A8-92BA-0CE005C00611}" dt="2026-09-13T05:06:16.629" v="11507" actId="14100"/>
          <ac:cxnSpMkLst>
            <pc:docMk/>
            <pc:sldMk cId="2625277100" sldId="263"/>
            <ac:cxnSpMk id="30" creationId="{52F239A8-9EEC-9C81-00E8-56A2C4939A5B}"/>
          </ac:cxnSpMkLst>
        </pc:cxnChg>
        <pc:cxnChg chg="add del mod">
          <ac:chgData name="Aakash Nandy" userId="f712bb5891371787" providerId="LiveId" clId="{403488C1-F602-48A8-92BA-0CE005C00611}" dt="2026-09-13T04:00:43.604" v="9447" actId="478"/>
          <ac:cxnSpMkLst>
            <pc:docMk/>
            <pc:sldMk cId="2625277100" sldId="263"/>
            <ac:cxnSpMk id="45" creationId="{E0523646-CA18-B85B-3B67-E2A6070CCF2F}"/>
          </ac:cxnSpMkLst>
        </pc:cxnChg>
        <pc:cxnChg chg="add mod">
          <ac:chgData name="Aakash Nandy" userId="f712bb5891371787" providerId="LiveId" clId="{403488C1-F602-48A8-92BA-0CE005C00611}" dt="2026-09-13T04:01:41.143" v="9460" actId="14100"/>
          <ac:cxnSpMkLst>
            <pc:docMk/>
            <pc:sldMk cId="2625277100" sldId="263"/>
            <ac:cxnSpMk id="52" creationId="{F6ADE9B5-C2CF-38A9-1D28-01C8535CE56D}"/>
          </ac:cxnSpMkLst>
        </pc:cxnChg>
      </pc:sldChg>
      <pc:sldChg chg="addSp delSp modSp add mod ord modShow">
        <pc:chgData name="Aakash Nandy" userId="f712bb5891371787" providerId="LiveId" clId="{403488C1-F602-48A8-92BA-0CE005C00611}" dt="2026-09-13T04:04:57.609" v="9558" actId="403"/>
        <pc:sldMkLst>
          <pc:docMk/>
          <pc:sldMk cId="2464913087" sldId="264"/>
        </pc:sldMkLst>
        <pc:spChg chg="add del mod">
          <ac:chgData name="Aakash Nandy" userId="f712bb5891371787" providerId="LiveId" clId="{403488C1-F602-48A8-92BA-0CE005C00611}" dt="2026-09-13T01:59:21.643" v="7517" actId="478"/>
          <ac:spMkLst>
            <pc:docMk/>
            <pc:sldMk cId="2464913087" sldId="264"/>
            <ac:spMk id="7" creationId="{253A19E1-D819-3893-BCFF-8D4DAC035B06}"/>
          </ac:spMkLst>
        </pc:spChg>
        <pc:spChg chg="add del mod">
          <ac:chgData name="Aakash Nandy" userId="f712bb5891371787" providerId="LiveId" clId="{403488C1-F602-48A8-92BA-0CE005C00611}" dt="2026-09-13T02:31:34.977" v="7906"/>
          <ac:spMkLst>
            <pc:docMk/>
            <pc:sldMk cId="2464913087" sldId="264"/>
            <ac:spMk id="9" creationId="{D962F05B-1B75-5AAA-F8E1-D04C2C68778D}"/>
          </ac:spMkLst>
        </pc:spChg>
        <pc:spChg chg="add mod">
          <ac:chgData name="Aakash Nandy" userId="f712bb5891371787" providerId="LiveId" clId="{403488C1-F602-48A8-92BA-0CE005C00611}" dt="2026-09-13T02:52:16.018" v="8029" actId="1037"/>
          <ac:spMkLst>
            <pc:docMk/>
            <pc:sldMk cId="2464913087" sldId="264"/>
            <ac:spMk id="10" creationId="{76584A24-5F18-B9DD-00DA-42BF1E501AF0}"/>
          </ac:spMkLst>
        </pc:spChg>
        <pc:spChg chg="add mod">
          <ac:chgData name="Aakash Nandy" userId="f712bb5891371787" providerId="LiveId" clId="{403488C1-F602-48A8-92BA-0CE005C00611}" dt="2026-09-13T03:02:49.444" v="8305" actId="1038"/>
          <ac:spMkLst>
            <pc:docMk/>
            <pc:sldMk cId="2464913087" sldId="264"/>
            <ac:spMk id="13" creationId="{7148A3C5-8F88-50A9-FA41-E4D0C1BC5344}"/>
          </ac:spMkLst>
        </pc:spChg>
        <pc:spChg chg="add del mod">
          <ac:chgData name="Aakash Nandy" userId="f712bb5891371787" providerId="LiveId" clId="{403488C1-F602-48A8-92BA-0CE005C00611}" dt="2026-09-13T02:57:56.485" v="8068" actId="478"/>
          <ac:spMkLst>
            <pc:docMk/>
            <pc:sldMk cId="2464913087" sldId="264"/>
            <ac:spMk id="16" creationId="{1DD5B242-180B-52C0-F860-9FBE0E755C84}"/>
          </ac:spMkLst>
        </pc:spChg>
        <pc:spChg chg="add mod">
          <ac:chgData name="Aakash Nandy" userId="f712bb5891371787" providerId="LiveId" clId="{403488C1-F602-48A8-92BA-0CE005C00611}" dt="2026-09-13T03:02:37.620" v="8299" actId="1038"/>
          <ac:spMkLst>
            <pc:docMk/>
            <pc:sldMk cId="2464913087" sldId="264"/>
            <ac:spMk id="17" creationId="{A8164155-BCAE-13EE-0F93-443802653BBB}"/>
          </ac:spMkLst>
        </pc:spChg>
        <pc:spChg chg="add del mod">
          <ac:chgData name="Aakash Nandy" userId="f712bb5891371787" providerId="LiveId" clId="{403488C1-F602-48A8-92BA-0CE005C00611}" dt="2026-09-13T03:00:36.492" v="8258" actId="478"/>
          <ac:spMkLst>
            <pc:docMk/>
            <pc:sldMk cId="2464913087" sldId="264"/>
            <ac:spMk id="18" creationId="{3E8EB6C7-C1EB-89AE-7AB3-E328485D54D6}"/>
          </ac:spMkLst>
        </pc:spChg>
        <pc:spChg chg="add del">
          <ac:chgData name="Aakash Nandy" userId="f712bb5891371787" providerId="LiveId" clId="{403488C1-F602-48A8-92BA-0CE005C00611}" dt="2026-09-13T03:00:45.159" v="8262" actId="478"/>
          <ac:spMkLst>
            <pc:docMk/>
            <pc:sldMk cId="2464913087" sldId="264"/>
            <ac:spMk id="19" creationId="{E447265B-979D-6D56-CD1A-95FDE51A931C}"/>
          </ac:spMkLst>
        </pc:spChg>
        <pc:spChg chg="add mod">
          <ac:chgData name="Aakash Nandy" userId="f712bb5891371787" providerId="LiveId" clId="{403488C1-F602-48A8-92BA-0CE005C00611}" dt="2026-09-13T03:03:08.697" v="8314" actId="1076"/>
          <ac:spMkLst>
            <pc:docMk/>
            <pc:sldMk cId="2464913087" sldId="264"/>
            <ac:spMk id="20" creationId="{30A1F057-5C3A-263C-3C86-5B3C4376522D}"/>
          </ac:spMkLst>
        </pc:spChg>
        <pc:spChg chg="mod">
          <ac:chgData name="Aakash Nandy" userId="f712bb5891371787" providerId="LiveId" clId="{403488C1-F602-48A8-92BA-0CE005C00611}" dt="2026-09-13T04:04:57.609" v="9558" actId="403"/>
          <ac:spMkLst>
            <pc:docMk/>
            <pc:sldMk cId="2464913087" sldId="264"/>
            <ac:spMk id="393" creationId="{E694E8EE-8718-6664-9A67-6E66471DDAFB}"/>
          </ac:spMkLst>
        </pc:spChg>
        <pc:graphicFrameChg chg="add del mod modGraphic">
          <ac:chgData name="Aakash Nandy" userId="f712bb5891371787" providerId="LiveId" clId="{403488C1-F602-48A8-92BA-0CE005C00611}" dt="2026-09-13T01:58:54.786" v="7514" actId="478"/>
          <ac:graphicFrameMkLst>
            <pc:docMk/>
            <pc:sldMk cId="2464913087" sldId="264"/>
            <ac:graphicFrameMk id="2" creationId="{F42EF0B4-5AD6-459B-A4DE-0242692C66AF}"/>
          </ac:graphicFrameMkLst>
        </pc:graphicFrameChg>
        <pc:graphicFrameChg chg="add del mod modGraphic">
          <ac:chgData name="Aakash Nandy" userId="f712bb5891371787" providerId="LiveId" clId="{403488C1-F602-48A8-92BA-0CE005C00611}" dt="2026-09-13T02:03:09.997" v="7518" actId="478"/>
          <ac:graphicFrameMkLst>
            <pc:docMk/>
            <pc:sldMk cId="2464913087" sldId="264"/>
            <ac:graphicFrameMk id="3" creationId="{8FF58D01-2DC7-5DFE-33EC-7C6D3BC242B9}"/>
          </ac:graphicFrameMkLst>
        </pc:graphicFrameChg>
        <pc:graphicFrameChg chg="add del mod">
          <ac:chgData name="Aakash Nandy" userId="f712bb5891371787" providerId="LiveId" clId="{403488C1-F602-48A8-92BA-0CE005C00611}" dt="2026-09-13T01:59:07.408" v="7516" actId="478"/>
          <ac:graphicFrameMkLst>
            <pc:docMk/>
            <pc:sldMk cId="2464913087" sldId="264"/>
            <ac:graphicFrameMk id="4" creationId="{90A11F31-AB9E-A56C-DFD4-0087D23ECF2D}"/>
          </ac:graphicFrameMkLst>
        </pc:graphicFrameChg>
        <pc:graphicFrameChg chg="add mod modGraphic">
          <ac:chgData name="Aakash Nandy" userId="f712bb5891371787" providerId="LiveId" clId="{403488C1-F602-48A8-92BA-0CE005C00611}" dt="2026-09-13T02:52:13.783" v="8027" actId="1037"/>
          <ac:graphicFrameMkLst>
            <pc:docMk/>
            <pc:sldMk cId="2464913087" sldId="264"/>
            <ac:graphicFrameMk id="8" creationId="{D394C02E-B368-85D8-DE71-A1E5334A1DD2}"/>
          </ac:graphicFrameMkLst>
        </pc:graphicFrameChg>
        <pc:picChg chg="add mod modCrop">
          <ac:chgData name="Aakash Nandy" userId="f712bb5891371787" providerId="LiveId" clId="{403488C1-F602-48A8-92BA-0CE005C00611}" dt="2026-09-13T03:02:37.620" v="8299" actId="1038"/>
          <ac:picMkLst>
            <pc:docMk/>
            <pc:sldMk cId="2464913087" sldId="264"/>
            <ac:picMk id="12" creationId="{3973D24E-15D6-D10A-CBEA-959897DC58DB}"/>
          </ac:picMkLst>
        </pc:picChg>
        <pc:picChg chg="add mod">
          <ac:chgData name="Aakash Nandy" userId="f712bb5891371787" providerId="LiveId" clId="{403488C1-F602-48A8-92BA-0CE005C00611}" dt="2026-09-13T03:02:37.620" v="8299" actId="1038"/>
          <ac:picMkLst>
            <pc:docMk/>
            <pc:sldMk cId="2464913087" sldId="264"/>
            <ac:picMk id="15" creationId="{FEF13439-E0B8-1B4A-8077-CF0D85BA7A99}"/>
          </ac:picMkLst>
        </pc:picChg>
        <pc:picChg chg="add mod">
          <ac:chgData name="Aakash Nandy" userId="f712bb5891371787" providerId="LiveId" clId="{403488C1-F602-48A8-92BA-0CE005C00611}" dt="2026-09-13T03:13:55.242" v="8346" actId="1076"/>
          <ac:picMkLst>
            <pc:docMk/>
            <pc:sldMk cId="2464913087" sldId="264"/>
            <ac:picMk id="22" creationId="{2FBC2F1A-1936-0DCC-EDBF-FD9C45FBFC27}"/>
          </ac:picMkLst>
        </pc:picChg>
        <pc:picChg chg="add mod ord">
          <ac:chgData name="Aakash Nandy" userId="f712bb5891371787" providerId="LiveId" clId="{403488C1-F602-48A8-92BA-0CE005C00611}" dt="2026-09-13T03:11:09.850" v="8343" actId="1076"/>
          <ac:picMkLst>
            <pc:docMk/>
            <pc:sldMk cId="2464913087" sldId="264"/>
            <ac:picMk id="24" creationId="{7511C8D4-21CE-1F8C-AAFF-5AAC0799C0BF}"/>
          </ac:picMkLst>
        </pc:picChg>
        <pc:picChg chg="add del mod ord">
          <ac:chgData name="Aakash Nandy" userId="f712bb5891371787" providerId="LiveId" clId="{403488C1-F602-48A8-92BA-0CE005C00611}" dt="2026-09-13T03:10:46.619" v="8341" actId="478"/>
          <ac:picMkLst>
            <pc:docMk/>
            <pc:sldMk cId="2464913087" sldId="264"/>
            <ac:picMk id="26" creationId="{5C1DE895-FF06-34CA-7E42-8D6CC626AA68}"/>
          </ac:picMkLst>
        </pc:picChg>
      </pc:sldChg>
      <pc:sldChg chg="add del">
        <pc:chgData name="Aakash Nandy" userId="f712bb5891371787" providerId="LiveId" clId="{403488C1-F602-48A8-92BA-0CE005C00611}" dt="2026-09-13T03:38:02.463" v="9268" actId="47"/>
        <pc:sldMkLst>
          <pc:docMk/>
          <pc:sldMk cId="2982252597" sldId="265"/>
        </pc:sldMkLst>
      </pc:sldChg>
      <pc:sldChg chg="addSp delSp modSp add mod ord modShow">
        <pc:chgData name="Aakash Nandy" userId="f712bb5891371787" providerId="LiveId" clId="{403488C1-F602-48A8-92BA-0CE005C00611}" dt="2026-09-13T05:10:38.419" v="11515" actId="14100"/>
        <pc:sldMkLst>
          <pc:docMk/>
          <pc:sldMk cId="3837350290" sldId="265"/>
        </pc:sldMkLst>
        <pc:spChg chg="add del mod">
          <ac:chgData name="Aakash Nandy" userId="f712bb5891371787" providerId="LiveId" clId="{403488C1-F602-48A8-92BA-0CE005C00611}" dt="2026-09-13T04:03:48.598" v="9522"/>
          <ac:spMkLst>
            <pc:docMk/>
            <pc:sldMk cId="3837350290" sldId="265"/>
            <ac:spMk id="2" creationId="{86365D0E-7274-4034-EF25-D8DED3F39453}"/>
          </ac:spMkLst>
        </pc:spChg>
        <pc:spChg chg="add mod">
          <ac:chgData name="Aakash Nandy" userId="f712bb5891371787" providerId="LiveId" clId="{403488C1-F602-48A8-92BA-0CE005C00611}" dt="2026-09-13T04:33:50.157" v="10423" actId="20577"/>
          <ac:spMkLst>
            <pc:docMk/>
            <pc:sldMk cId="3837350290" sldId="265"/>
            <ac:spMk id="16" creationId="{2F22A00B-94D8-74A7-C14A-D3C12072A80A}"/>
          </ac:spMkLst>
        </pc:spChg>
        <pc:spChg chg="add mod">
          <ac:chgData name="Aakash Nandy" userId="f712bb5891371787" providerId="LiveId" clId="{403488C1-F602-48A8-92BA-0CE005C00611}" dt="2026-09-13T05:09:04.518" v="11514" actId="1582"/>
          <ac:spMkLst>
            <pc:docMk/>
            <pc:sldMk cId="3837350290" sldId="265"/>
            <ac:spMk id="17" creationId="{0A6CAA8E-63AB-F95F-A793-69B8E6837A41}"/>
          </ac:spMkLst>
        </pc:spChg>
        <pc:spChg chg="mod">
          <ac:chgData name="Aakash Nandy" userId="f712bb5891371787" providerId="LiveId" clId="{403488C1-F602-48A8-92BA-0CE005C00611}" dt="2026-09-13T04:25:40.092" v="9742" actId="1076"/>
          <ac:spMkLst>
            <pc:docMk/>
            <pc:sldMk cId="3837350290" sldId="265"/>
            <ac:spMk id="393" creationId="{0DD19EED-519D-5847-363A-B2C754AC0DCA}"/>
          </ac:spMkLst>
        </pc:spChg>
        <pc:graphicFrameChg chg="add mod modGraphic">
          <ac:chgData name="Aakash Nandy" userId="f712bb5891371787" providerId="LiveId" clId="{403488C1-F602-48A8-92BA-0CE005C00611}" dt="2026-09-13T05:10:38.419" v="11515" actId="14100"/>
          <ac:graphicFrameMkLst>
            <pc:docMk/>
            <pc:sldMk cId="3837350290" sldId="265"/>
            <ac:graphicFrameMk id="14" creationId="{338A2E93-E774-F5FE-4286-B6F31D81E69A}"/>
          </ac:graphicFrameMkLst>
        </pc:graphicFrameChg>
        <pc:picChg chg="add mod">
          <ac:chgData name="Aakash Nandy" userId="f712bb5891371787" providerId="LiveId" clId="{403488C1-F602-48A8-92BA-0CE005C00611}" dt="2026-09-13T04:25:47.731" v="9743" actId="1076"/>
          <ac:picMkLst>
            <pc:docMk/>
            <pc:sldMk cId="3837350290" sldId="265"/>
            <ac:picMk id="4" creationId="{57B802F6-B231-74EB-0956-47F99252A0A8}"/>
          </ac:picMkLst>
        </pc:picChg>
        <pc:picChg chg="add del mod">
          <ac:chgData name="Aakash Nandy" userId="f712bb5891371787" providerId="LiveId" clId="{403488C1-F602-48A8-92BA-0CE005C00611}" dt="2026-09-13T04:11:22.512" v="9588" actId="478"/>
          <ac:picMkLst>
            <pc:docMk/>
            <pc:sldMk cId="3837350290" sldId="265"/>
            <ac:picMk id="7" creationId="{BE5DCB49-1721-2E53-B249-F2D3ACCEB105}"/>
          </ac:picMkLst>
        </pc:picChg>
        <pc:picChg chg="add mod modCrop">
          <ac:chgData name="Aakash Nandy" userId="f712bb5891371787" providerId="LiveId" clId="{403488C1-F602-48A8-92BA-0CE005C00611}" dt="2026-09-13T04:25:47.731" v="9743" actId="1076"/>
          <ac:picMkLst>
            <pc:docMk/>
            <pc:sldMk cId="3837350290" sldId="265"/>
            <ac:picMk id="9" creationId="{4B380636-CEB3-C446-527D-02A39D8915D8}"/>
          </ac:picMkLst>
        </pc:picChg>
        <pc:picChg chg="add del mod">
          <ac:chgData name="Aakash Nandy" userId="f712bb5891371787" providerId="LiveId" clId="{403488C1-F602-48A8-92BA-0CE005C00611}" dt="2026-09-13T04:10:41.926" v="9568" actId="478"/>
          <ac:picMkLst>
            <pc:docMk/>
            <pc:sldMk cId="3837350290" sldId="265"/>
            <ac:picMk id="11" creationId="{7D413EE5-C640-2FF0-6AF1-9DA793BDE321}"/>
          </ac:picMkLst>
        </pc:picChg>
        <pc:picChg chg="add mod">
          <ac:chgData name="Aakash Nandy" userId="f712bb5891371787" providerId="LiveId" clId="{403488C1-F602-48A8-92BA-0CE005C00611}" dt="2026-09-13T04:25:47.731" v="9743" actId="1076"/>
          <ac:picMkLst>
            <pc:docMk/>
            <pc:sldMk cId="3837350290" sldId="265"/>
            <ac:picMk id="13" creationId="{6F1A3BF7-B3E1-0065-4FF3-F7CE3F15D41E}"/>
          </ac:picMkLst>
        </pc:picChg>
      </pc:sldChg>
      <pc:sldChg chg="addSp modSp add mod ord modShow">
        <pc:chgData name="Aakash Nandy" userId="f712bb5891371787" providerId="LiveId" clId="{403488C1-F602-48A8-92BA-0CE005C00611}" dt="2026-09-13T05:00:04.028" v="11505" actId="1036"/>
        <pc:sldMkLst>
          <pc:docMk/>
          <pc:sldMk cId="3667855599" sldId="266"/>
        </pc:sldMkLst>
        <pc:spChg chg="add mod">
          <ac:chgData name="Aakash Nandy" userId="f712bb5891371787" providerId="LiveId" clId="{403488C1-F602-48A8-92BA-0CE005C00611}" dt="2026-09-13T05:00:04.028" v="11505" actId="1036"/>
          <ac:spMkLst>
            <pc:docMk/>
            <pc:sldMk cId="3667855599" sldId="266"/>
            <ac:spMk id="2" creationId="{8BB88408-490C-D146-2DD8-26DE3650AFAC}"/>
          </ac:spMkLst>
        </pc:spChg>
        <pc:spChg chg="mod">
          <ac:chgData name="Aakash Nandy" userId="f712bb5891371787" providerId="LiveId" clId="{403488C1-F602-48A8-92BA-0CE005C00611}" dt="2026-09-13T04:39:06.240" v="10505" actId="20577"/>
          <ac:spMkLst>
            <pc:docMk/>
            <pc:sldMk cId="3667855599" sldId="266"/>
            <ac:spMk id="393" creationId="{AC9AAE0D-8455-37AC-E18B-7DC8351DD37E}"/>
          </ac:spMkLst>
        </pc:spChg>
      </pc:sldChg>
      <pc:sldChg chg="addSp modSp add mod ord modShow">
        <pc:chgData name="Aakash Nandy" userId="f712bb5891371787" providerId="LiveId" clId="{403488C1-F602-48A8-92BA-0CE005C00611}" dt="2026-09-13T04:59:22.573" v="11496" actId="1076"/>
        <pc:sldMkLst>
          <pc:docMk/>
          <pc:sldMk cId="3182442397" sldId="267"/>
        </pc:sldMkLst>
        <pc:spChg chg="add mod">
          <ac:chgData name="Aakash Nandy" userId="f712bb5891371787" providerId="LiveId" clId="{403488C1-F602-48A8-92BA-0CE005C00611}" dt="2026-09-13T04:59:22.573" v="11496" actId="1076"/>
          <ac:spMkLst>
            <pc:docMk/>
            <pc:sldMk cId="3182442397" sldId="267"/>
            <ac:spMk id="3" creationId="{F1056DE6-4305-77F4-3698-8C2149E16057}"/>
          </ac:spMkLst>
        </pc:spChg>
        <pc:spChg chg="mod">
          <ac:chgData name="Aakash Nandy" userId="f712bb5891371787" providerId="LiveId" clId="{403488C1-F602-48A8-92BA-0CE005C00611}" dt="2026-09-13T04:58:26.547" v="11416" actId="20577"/>
          <ac:spMkLst>
            <pc:docMk/>
            <pc:sldMk cId="3182442397" sldId="267"/>
            <ac:spMk id="393" creationId="{192172E1-1F73-C383-D54A-DD2F4F5CF215}"/>
          </ac:spMkLst>
        </pc:spChg>
      </pc:sldChg>
      <pc:sldChg chg="modSp add mod">
        <pc:chgData name="Aakash Nandy" userId="f712bb5891371787" providerId="LiveId" clId="{403488C1-F602-48A8-92BA-0CE005C00611}" dt="2026-09-13T04:59:33.240" v="11500" actId="1076"/>
        <pc:sldMkLst>
          <pc:docMk/>
          <pc:sldMk cId="2561472808" sldId="268"/>
        </pc:sldMkLst>
        <pc:spChg chg="mod">
          <ac:chgData name="Aakash Nandy" userId="f712bb5891371787" providerId="LiveId" clId="{403488C1-F602-48A8-92BA-0CE005C00611}" dt="2026-09-13T04:59:33.240" v="11500" actId="1076"/>
          <ac:spMkLst>
            <pc:docMk/>
            <pc:sldMk cId="2561472808" sldId="268"/>
            <ac:spMk id="3" creationId="{A2F9C145-78AD-6979-CC62-640989D408BD}"/>
          </ac:spMkLst>
        </pc:spChg>
        <pc:spChg chg="mod">
          <ac:chgData name="Aakash Nandy" userId="f712bb5891371787" providerId="LiveId" clId="{403488C1-F602-48A8-92BA-0CE005C00611}" dt="2026-09-13T04:58:32.866" v="11419" actId="20577"/>
          <ac:spMkLst>
            <pc:docMk/>
            <pc:sldMk cId="2561472808" sldId="268"/>
            <ac:spMk id="393" creationId="{8A641DC1-3F5E-9D89-4B95-37320733898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C2A1CB-5C6D-44C2-A33A-F09BA8D77A39}" type="datetimeFigureOut">
              <a:rPr lang="en-CA" smtClean="0"/>
              <a:t>2026-09-13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D9D715-4E2D-4570-A824-0B9E65DE457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14226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D9D715-4E2D-4570-A824-0B9E65DE457B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774338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D9D715-4E2D-4570-A824-0B9E65DE457B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820407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D9D715-4E2D-4570-A824-0B9E65DE457B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211216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D9D715-4E2D-4570-A824-0B9E65DE457B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82103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F105B-6C15-1E02-2E98-874D961036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A8D7FA-F185-2AD3-27DB-EB62E2EDB6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703CB0-0B6E-0F6B-9753-4D16F0767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0CD7F-A9FE-4335-A420-488A4520F0FD}" type="datetimeFigureOut">
              <a:rPr lang="en-CA" smtClean="0"/>
              <a:t>2026-09-13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A32DA1-94A6-7C67-A3A4-79E22DB58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502117-0939-539F-ADB2-269387236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80C3F-D132-45BE-80C3-4FA441D47E3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76373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E88D9-9189-4051-037A-9D04B1F3A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FE1BD-9399-F505-6F86-86CEBD272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4EB9F-F606-A32E-BE23-17AB1BD03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0CD7F-A9FE-4335-A420-488A4520F0FD}" type="datetimeFigureOut">
              <a:rPr lang="en-CA" smtClean="0"/>
              <a:t>2026-09-13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62ACC8-3A78-2053-052D-A33F1D652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9BD85A-9148-202A-9519-F6385BCDF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80C3F-D132-45BE-80C3-4FA441D47E3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94399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47252-EA9C-4385-2D3A-73427A93D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D1FDF0-DD6E-20C4-F819-E6147C22FA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35F994-F643-1FF2-428E-6213DBF7B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0CD7F-A9FE-4335-A420-488A4520F0FD}" type="datetimeFigureOut">
              <a:rPr lang="en-CA" smtClean="0"/>
              <a:t>2026-09-13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122C3-572E-0CCF-A1BD-1A4EDA444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2769C4-E051-718B-E9F5-1E6266524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80C3F-D132-45BE-80C3-4FA441D47E3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34846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BE29D-CD41-6315-4F52-0202D5C64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FF60A-49F3-0AC3-098B-0FDF08E1FD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5BF3BC-ACB2-2DC6-9B74-E5921C5D47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12EFE0-39F9-3A42-F741-949D0AA33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0CD7F-A9FE-4335-A420-488A4520F0FD}" type="datetimeFigureOut">
              <a:rPr lang="en-CA" smtClean="0"/>
              <a:t>2026-09-13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844011-DAF5-C97D-2AC9-85279B7C5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8B5C1E-497E-050E-0F04-925A9B532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80C3F-D132-45BE-80C3-4FA441D47E3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95867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E29A7-B8E4-F565-22A5-A6223519D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365FC5-BA34-6E5D-1A23-E74316A93D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EA29EA-E3F8-5AAB-B76D-56CD3B4BBC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7A5334-5452-D906-A69F-3F7E17F89A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1FDC40-04B6-E5B1-70CE-41CE3E2EBF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16EB82-D7C0-034F-7F3C-3AAD3FD67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0CD7F-A9FE-4335-A420-488A4520F0FD}" type="datetimeFigureOut">
              <a:rPr lang="en-CA" smtClean="0"/>
              <a:t>2026-09-13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D6F367-08CB-2E00-BDEC-FDEAA2F9B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96B59F-0341-407D-BDAC-3CAC5906E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80C3F-D132-45BE-80C3-4FA441D47E3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04276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40929-2B77-9D4E-7045-4F8AA00EA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F8A119-6BCA-7598-B17D-2C235307C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0CD7F-A9FE-4335-A420-488A4520F0FD}" type="datetimeFigureOut">
              <a:rPr lang="en-CA" smtClean="0"/>
              <a:t>2026-09-13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0FB83B-5CC1-A1F5-06A8-D3B3F04C1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D23153-E392-A6E7-183C-35A4DBA79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80C3F-D132-45BE-80C3-4FA441D47E3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35211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8A9565-11B1-6E54-E327-22576A989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0CD7F-A9FE-4335-A420-488A4520F0FD}" type="datetimeFigureOut">
              <a:rPr lang="en-CA" smtClean="0"/>
              <a:t>2026-09-13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C6E23A-BF8B-EC3B-2415-C6B714A95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95BDB3-D8D5-D7EE-AB31-0F9BCAC1B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80C3F-D132-45BE-80C3-4FA441D47E3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28982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A6353-9A3B-B35B-68CB-67DF3A320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64B29-0BB9-9A9E-4FBA-75C43F18A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AF704B-9422-8981-778D-CBE8DCAE0C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F7690A-BDA1-FD4D-70F1-B16F21958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0CD7F-A9FE-4335-A420-488A4520F0FD}" type="datetimeFigureOut">
              <a:rPr lang="en-CA" smtClean="0"/>
              <a:t>2026-09-13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F35C4E-320F-D90F-21E5-3B054A5F1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04C9C0-9C20-D9A1-AC00-A25CAA34D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80C3F-D132-45BE-80C3-4FA441D47E3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70117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AB9DF-931B-A10D-6222-1D2A42DF1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4705C3-B84A-F17A-95A9-26BF7427AD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164F01-9116-59B6-5BFF-0276D7ED30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554AA3-F5CD-F7C6-8654-8C079B5EE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0CD7F-A9FE-4335-A420-488A4520F0FD}" type="datetimeFigureOut">
              <a:rPr lang="en-CA" smtClean="0"/>
              <a:t>2026-09-13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C18117-F7D8-2994-94D4-70CE2C6C7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5B7267-658B-948B-D17F-DF3BC79B4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80C3F-D132-45BE-80C3-4FA441D47E3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46206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3884C-421B-4F6E-C0A0-20C5E3580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D90DAB-DEDA-44C1-F9B8-C43ABAF8A4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77649-D086-B67B-EE24-AC4AB00E7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0CD7F-A9FE-4335-A420-488A4520F0FD}" type="datetimeFigureOut">
              <a:rPr lang="en-CA" smtClean="0"/>
              <a:t>2026-09-13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AE3E14-FB1E-73AD-EA82-DA1D15896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25418A-E366-C788-4F68-EFC37F41C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80C3F-D132-45BE-80C3-4FA441D47E3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01902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09EA70-06B2-8460-808A-E28E487EE5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66B8C6-95AC-1EAC-A388-AE4B7C052B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65802D-B42C-B3F7-BD0A-171768786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0CD7F-A9FE-4335-A420-488A4520F0FD}" type="datetimeFigureOut">
              <a:rPr lang="en-CA" smtClean="0"/>
              <a:t>2026-09-13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249CE0-DFF6-F20F-9C64-4CF508093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F627C-3A53-89DE-0610-2530FA9E8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80C3F-D132-45BE-80C3-4FA441D47E3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690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9AA66B-D248-ECC5-335E-EC1794982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0A8C00-A91E-32AA-266E-4566A9F822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0E905C-C13E-CE8B-BD01-EC969251A6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10CD7F-A9FE-4335-A420-488A4520F0FD}" type="datetimeFigureOut">
              <a:rPr lang="en-CA" smtClean="0"/>
              <a:t>2026-09-13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B2BFAE-E1BD-8914-2CDA-FA5F5CAFCC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933DDD-D07A-BEFE-7D45-13CCA7439B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280C3F-D132-45BE-80C3-4FA441D47E3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405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11" Type="http://schemas.openxmlformats.org/officeDocument/2006/relationships/image" Target="../media/image14.png"/><Relationship Id="rId5" Type="http://schemas.openxmlformats.org/officeDocument/2006/relationships/image" Target="../media/image10.png"/><Relationship Id="rId10" Type="http://schemas.openxmlformats.org/officeDocument/2006/relationships/hyperlink" Target="https://github.com/AakashNandy/Liquid-Rocket-Engine-Turbopump-Design-Optimization-Report-Code-/blob/main/HydraulicSolver.pdf" TargetMode="External"/><Relationship Id="rId4" Type="http://schemas.openxmlformats.org/officeDocument/2006/relationships/image" Target="../media/image9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AakashNandy/Liquid-Rocket-Engine-Turbopump-Design-Optimization-Report-Code-/blob/main/Pump1.stp" TargetMode="External"/><Relationship Id="rId3" Type="http://schemas.openxmlformats.org/officeDocument/2006/relationships/image" Target="../media/image3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5" Type="http://schemas.openxmlformats.org/officeDocument/2006/relationships/image" Target="../media/image16.gif"/><Relationship Id="rId4" Type="http://schemas.openxmlformats.org/officeDocument/2006/relationships/image" Target="../media/image15.png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5.png"/><Relationship Id="rId7" Type="http://schemas.openxmlformats.org/officeDocument/2006/relationships/image" Target="../media/image23.png"/><Relationship Id="rId12" Type="http://schemas.openxmlformats.org/officeDocument/2006/relationships/image" Target="../media/image2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png"/><Relationship Id="rId11" Type="http://schemas.openxmlformats.org/officeDocument/2006/relationships/image" Target="../media/image26.png"/><Relationship Id="rId5" Type="http://schemas.openxmlformats.org/officeDocument/2006/relationships/image" Target="../media/image21.png"/><Relationship Id="rId10" Type="http://schemas.openxmlformats.org/officeDocument/2006/relationships/image" Target="../media/image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gif"/><Relationship Id="rId5" Type="http://schemas.openxmlformats.org/officeDocument/2006/relationships/image" Target="../media/image4.png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q=https://engineerfix.com/what-is-a-campbell-diagram-and-how-do-you-read-one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www.youtube.com/watch?v=SVK4hdKiRsE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m_stugtpWgk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www.google.com/search?q=https://www.youtube.com/watch%3Fv%3D9Eazw6cygrA" TargetMode="External"/><Relationship Id="rId4" Type="http://schemas.openxmlformats.org/officeDocument/2006/relationships/hyperlink" Target="https://www.youtube.com/watch?v=vmnQ42eIgL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0D8A75F5-A8B6-5B2D-8945-A347A2FD24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21" r="8702" b="1281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57464EF-CDF4-C3BE-CC80-009794931D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09" y="3929695"/>
            <a:ext cx="4545083" cy="1513770"/>
          </a:xfrm>
        </p:spPr>
        <p:txBody>
          <a:bodyPr>
            <a:normAutofit fontScale="90000"/>
          </a:bodyPr>
          <a:lstStyle/>
          <a:p>
            <a:pPr algn="l"/>
            <a:r>
              <a:rPr lang="en-CA" b="1" dirty="0"/>
              <a:t>MBSE </a:t>
            </a:r>
            <a:br>
              <a:rPr lang="en-CA" b="1" dirty="0"/>
            </a:br>
            <a:r>
              <a:rPr lang="en-CA" b="1" dirty="0"/>
              <a:t>Pipeline for Turbopump Design and Optimization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ECA4DE-A2CC-6E91-EF56-C72EC22AD1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5318" y="5717786"/>
            <a:ext cx="5160539" cy="663290"/>
          </a:xfrm>
        </p:spPr>
        <p:txBody>
          <a:bodyPr>
            <a:normAutofit fontScale="32500" lnSpcReduction="20000"/>
          </a:bodyPr>
          <a:lstStyle/>
          <a:p>
            <a:pPr algn="l"/>
            <a:r>
              <a:rPr lang="en-CA" sz="7400" b="1" dirty="0"/>
              <a:t>Aakash Nandy </a:t>
            </a:r>
          </a:p>
          <a:p>
            <a:pPr algn="l"/>
            <a:r>
              <a:rPr lang="en-CA" sz="4900" dirty="0"/>
              <a:t>Engineering Science – Aerospace (University of Toronto)</a:t>
            </a:r>
          </a:p>
          <a:p>
            <a:pPr algn="l"/>
            <a:endParaRPr lang="en-CA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7CEBFDD-6903-6819-A207-7D2E46F391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46536" y="-146304"/>
            <a:ext cx="1045464" cy="189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70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9AE0F3-2C1B-42C4-725D-44B8375DA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58392B0-A840-C50D-8C3E-7C5B6FDDA91D}"/>
              </a:ext>
            </a:extLst>
          </p:cNvPr>
          <p:cNvSpPr/>
          <p:nvPr/>
        </p:nvSpPr>
        <p:spPr>
          <a:xfrm>
            <a:off x="7481029" y="881100"/>
            <a:ext cx="3401211" cy="5752321"/>
          </a:xfrm>
          <a:prstGeom prst="roundRect">
            <a:avLst/>
          </a:prstGeom>
          <a:solidFill>
            <a:srgbClr val="FFB71B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CA" sz="2100" dirty="0">
              <a:solidFill>
                <a:srgbClr val="00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100" dirty="0">
              <a:solidFill>
                <a:srgbClr val="00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100" dirty="0">
              <a:solidFill>
                <a:srgbClr val="00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100" dirty="0">
                <a:solidFill>
                  <a:srgbClr val="000000"/>
                </a:solidFill>
              </a:rPr>
              <a:t>Use </a:t>
            </a:r>
            <a:r>
              <a:rPr lang="en-CA" sz="2100" dirty="0" err="1">
                <a:solidFill>
                  <a:srgbClr val="000000"/>
                </a:solidFill>
              </a:rPr>
              <a:t>Cfturbo</a:t>
            </a:r>
            <a:r>
              <a:rPr lang="en-CA" sz="2100" dirty="0">
                <a:solidFill>
                  <a:srgbClr val="000000"/>
                </a:solidFill>
              </a:rPr>
              <a:t> Workbench module then mesh each part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CA" sz="2100" dirty="0" err="1">
                <a:solidFill>
                  <a:srgbClr val="000000"/>
                </a:solidFill>
              </a:rPr>
              <a:t>TurboGrid</a:t>
            </a:r>
            <a:r>
              <a:rPr lang="en-CA" sz="2100" dirty="0">
                <a:solidFill>
                  <a:srgbClr val="000000"/>
                </a:solidFill>
              </a:rPr>
              <a:t> for moving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CA" sz="2100" dirty="0" err="1">
                <a:solidFill>
                  <a:srgbClr val="000000"/>
                </a:solidFill>
              </a:rPr>
              <a:t>SpaceClaim</a:t>
            </a:r>
            <a:r>
              <a:rPr lang="en-CA" sz="2100" dirty="0">
                <a:solidFill>
                  <a:srgbClr val="000000"/>
                </a:solidFill>
              </a:rPr>
              <a:t> for stationary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100" dirty="0">
                <a:solidFill>
                  <a:srgbClr val="000000"/>
                </a:solidFill>
              </a:rPr>
              <a:t>Run CFX simulation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100" dirty="0">
                <a:solidFill>
                  <a:srgbClr val="000000"/>
                </a:solidFill>
              </a:rPr>
              <a:t>Use </a:t>
            </a:r>
            <a:r>
              <a:rPr lang="en-CA" sz="2100" dirty="0" err="1">
                <a:solidFill>
                  <a:srgbClr val="000000"/>
                </a:solidFill>
              </a:rPr>
              <a:t>OptiSlang</a:t>
            </a:r>
            <a:r>
              <a:rPr lang="en-CA" sz="2100" dirty="0">
                <a:solidFill>
                  <a:srgbClr val="000000"/>
                </a:solidFill>
              </a:rPr>
              <a:t> for detailed optimization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100" dirty="0">
                <a:solidFill>
                  <a:srgbClr val="000000"/>
                </a:solidFill>
              </a:rPr>
              <a:t>Export fluid forces and other useful information to mechanical and NVH simulations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100" dirty="0">
              <a:solidFill>
                <a:srgbClr val="000000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470EBEB-A11A-44DF-5769-D1AE531157AF}"/>
              </a:ext>
            </a:extLst>
          </p:cNvPr>
          <p:cNvSpPr/>
          <p:nvPr/>
        </p:nvSpPr>
        <p:spPr>
          <a:xfrm>
            <a:off x="3826532" y="4064819"/>
            <a:ext cx="3401211" cy="2552703"/>
          </a:xfrm>
          <a:prstGeom prst="roundRect">
            <a:avLst/>
          </a:prstGeom>
          <a:solidFill>
            <a:srgbClr val="64BC4F"/>
          </a:solidFill>
          <a:ln w="57150">
            <a:solidFill>
              <a:srgbClr val="505A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CA" sz="2100" dirty="0">
              <a:solidFill>
                <a:srgbClr val="00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100" dirty="0">
                <a:solidFill>
                  <a:srgbClr val="000000"/>
                </a:solidFill>
              </a:rPr>
              <a:t>Develop pump casing and additional solid geometry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100" dirty="0">
                <a:solidFill>
                  <a:srgbClr val="000000"/>
                </a:solidFill>
              </a:rPr>
              <a:t>Required for structural and NVH simulations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1ECEE3D-D704-70EB-1B9D-518D64B39366}"/>
              </a:ext>
            </a:extLst>
          </p:cNvPr>
          <p:cNvSpPr/>
          <p:nvPr/>
        </p:nvSpPr>
        <p:spPr>
          <a:xfrm>
            <a:off x="3826532" y="865200"/>
            <a:ext cx="3401211" cy="2930565"/>
          </a:xfrm>
          <a:prstGeom prst="roundRect">
            <a:avLst/>
          </a:prstGeom>
          <a:solidFill>
            <a:srgbClr val="FBB900"/>
          </a:solidFill>
          <a:ln w="57150">
            <a:solidFill>
              <a:srgbClr val="4243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CA" sz="2100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100" dirty="0">
                <a:solidFill>
                  <a:srgbClr val="000000"/>
                </a:solidFill>
              </a:rPr>
              <a:t>Generate pump geometry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100" dirty="0">
                <a:solidFill>
                  <a:srgbClr val="000000"/>
                </a:solidFill>
              </a:rPr>
              <a:t>Integrate with ANSYS Workbench for CFD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100" dirty="0">
                <a:solidFill>
                  <a:srgbClr val="000000"/>
                </a:solidFill>
              </a:rPr>
              <a:t>Export to CAD for detailed design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7B6B68D-09F2-2D84-C171-3D425430F280}"/>
              </a:ext>
            </a:extLst>
          </p:cNvPr>
          <p:cNvSpPr/>
          <p:nvPr/>
        </p:nvSpPr>
        <p:spPr>
          <a:xfrm>
            <a:off x="162439" y="857247"/>
            <a:ext cx="3401211" cy="5752321"/>
          </a:xfrm>
          <a:prstGeom prst="roundRect">
            <a:avLst/>
          </a:prstGeom>
          <a:solidFill>
            <a:srgbClr val="E1690F"/>
          </a:solidFill>
          <a:ln w="57150">
            <a:solidFill>
              <a:srgbClr val="6DD0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CA" sz="2100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sz="1050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sz="1200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100" dirty="0">
                <a:solidFill>
                  <a:srgbClr val="000000"/>
                </a:solidFill>
              </a:rPr>
              <a:t>1D hydraulic simulation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100" dirty="0">
                <a:solidFill>
                  <a:srgbClr val="000000"/>
                </a:solidFill>
              </a:rPr>
              <a:t>Blade angle calculation with slip factor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100" dirty="0" err="1">
                <a:solidFill>
                  <a:srgbClr val="000000"/>
                </a:solidFill>
              </a:rPr>
              <a:t>CoolProp</a:t>
            </a:r>
            <a:r>
              <a:rPr lang="en-CA" sz="2100" dirty="0">
                <a:solidFill>
                  <a:srgbClr val="000000"/>
                </a:solidFill>
              </a:rPr>
              <a:t> integration for variable thermal properties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100" dirty="0">
                <a:solidFill>
                  <a:srgbClr val="000000"/>
                </a:solidFill>
              </a:rPr>
              <a:t>NASA SP-8109 check to ensure viability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100" dirty="0">
                <a:solidFill>
                  <a:srgbClr val="000000"/>
                </a:solidFill>
              </a:rPr>
              <a:t>Genetic algorithm optimizer for preliminary design choices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100" dirty="0">
                <a:solidFill>
                  <a:srgbClr val="000000"/>
                </a:solidFill>
              </a:rPr>
              <a:t>Cavitation check</a:t>
            </a:r>
          </a:p>
        </p:txBody>
      </p:sp>
      <p:grpSp>
        <p:nvGrpSpPr>
          <p:cNvPr id="392" name="Group 391">
            <a:extLst>
              <a:ext uri="{FF2B5EF4-FFF2-40B4-BE49-F238E27FC236}">
                <a16:creationId xmlns:a16="http://schemas.microsoft.com/office/drawing/2014/main" id="{1DB68D94-4971-CF71-256A-551CDECCA781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0770010" y="-117399"/>
            <a:ext cx="1453570" cy="6975400"/>
            <a:chOff x="10770010" y="-117399"/>
            <a:chExt cx="1453570" cy="6975400"/>
          </a:xfrm>
        </p:grpSpPr>
        <p:sp>
          <p:nvSpPr>
            <p:cNvPr id="365" name="Oval 364">
              <a:extLst>
                <a:ext uri="{FF2B5EF4-FFF2-40B4-BE49-F238E27FC236}">
                  <a16:creationId xmlns:a16="http://schemas.microsoft.com/office/drawing/2014/main" id="{804DD7E7-69C6-99E5-BD57-282F26E7CB5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38907" y="295017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1748537-756E-65AB-DD8B-BB7AD1CE629E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866728">
              <a:off x="10770010" y="-117399"/>
              <a:ext cx="1163816" cy="2147195"/>
            </a:xfrm>
            <a:prstGeom prst="rect">
              <a:avLst/>
            </a:prstGeom>
          </p:spPr>
        </p:pic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A3C1B8C7-D085-65E0-38CB-404C41918A2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87200" y="178860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29F052E1-0643-775F-9B29-25DEA9912FA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32167" y="18563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576BB20A-06D9-6AD5-3B36-7D2EF370C1D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23200" y="18923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2C77174B-D482-02DD-AA34-285E5F65ABA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41134" y="18743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F3CA42DD-D2B3-CC2A-4A71-F2A936FB47F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14167" y="19564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A22CDED2-FA95-2B7A-0070-57AA991E499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87552" y="182492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2EE31269-E995-FDCD-3505-B7B9C4432AF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98619" y="19564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1D7F902E-01B9-93A8-8B6D-310A42B2B3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23552" y="19381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8E07445B-7DF8-7D23-FE31-2DFA25AECDC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29715" y="199882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CE7B85DA-E0B1-67F5-75CA-9B0F7ACE98C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64671" y="205145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93E0BD41-E0A1-93D1-2373-B5836917B99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82671" y="18743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D0A2FC1B-BE55-5CC9-502A-788B84AAF10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27950" y="206690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1C0987E5-A340-E5F9-24C4-F2D6FEF105B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47657" y="198082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A4752991-1ACA-A9DD-814D-7663CD9EB80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91590" y="206690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0C0F9790-3B4A-01AC-A946-F99BF153E20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69552" y="210290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06A6B4DF-FE13-3523-FC17-4190946F1B2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77134" y="215932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FB743145-19C2-A9AB-91DD-03005557C88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26620" y="227931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39710F45-416A-FA84-B370-AE96717F6E8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41200" y="240581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61DE0B7F-DF96-F4A2-B3CF-7CEDA70935D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89232" y="234549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CC61EB7E-6A9C-3808-14A9-A984B4D8BB8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87200" y="21751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FDEFE43D-54B3-7DE7-DFAC-06E829BC321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23552" y="22185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F13A8E83-CF30-5B41-D8B0-4F31355AA28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17934" y="215032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CA5F46E5-F900-B258-4636-B0519359619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90103" y="226974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C873874E-5905-CEE4-96A5-511BB96E6C9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80619" y="21931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E2D60D91-14AF-3EB6-C77E-4079DFF902E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11657" y="227931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1D93A158-AE93-0FE3-4429-75D8530F06E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41552" y="236092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B1C08418-5442-522C-4B31-70D1A118DE0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26103" y="239692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24793F2E-DE56-DBE1-6E98-F2995EBE8A4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33077" y="244181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236A5DA9-5A67-E4C5-87C1-75A0AFD1908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52858" y="247973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0BF8223D-807F-EEEA-04FD-0C7979CC2D0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83995" y="254699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96247F74-BA34-0CE6-02E6-853968EDF21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43301" y="25543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93E246D9-9D08-DE33-0C75-FEEBB075EC9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47795" y="26676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7683BE02-8B54-1A2E-FA7C-645A197D700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65995" y="268861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3EEEB7D5-B8F3-AA73-9EB4-8BC7E8B5352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98213" y="26856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72698EB1-382C-1486-D29E-288C489F7AB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45351" y="26496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FEEA621D-9092-9BA5-4AD7-01DA87D3357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48825" y="252062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095B6CFC-F5B3-1D4C-A907-198CAE797E6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26132" y="272795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7CF69C15-AE98-655D-D4A4-DB6BE7D8C67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50147" y="292445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CE99DBA2-C8BC-D7BA-AF35-94CDE2C98F5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71085" y="295017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2B4AFB61-F56F-61CF-5B77-50097CCF22F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19995" y="281792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3573560F-17A2-0D8F-5638-7D512F1310E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00671" y="286342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CE7CA6B4-6A0A-FC27-86CF-231195BBDE1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72103" y="277249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4B24B322-0B46-5E28-AF76-B3372CECE4B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14112" y="31265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1289A3E5-07FB-06F3-8BBF-2C7E1FD77DB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62144" y="306626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FD53A1E9-AA09-C6B0-5E28-65908C41DBC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14464" y="308169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1C3A762F-BAC0-9810-8290-FFBBBA5DA0A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99015" y="311769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F5D41600-27F3-574F-3B9D-891C4CFD599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05989" y="31625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52857C4D-E40F-27A0-B353-B6D69FA221E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25770" y="320050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F0BEBEAC-D5A6-141C-1F1B-A1D1C4D3A53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56907" y="326777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FAB4375C-ED9E-017B-F909-682FFCCE444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16213" y="327510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B29FB359-EBD6-FFCB-8E75-48DF357A89B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20707" y="338846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A2434B9F-F308-EC25-1126-9A1FBA1CA8B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38907" y="340938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FC4AB111-36DB-02DB-B564-32B50843B14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71125" y="340646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2E96BF31-FC96-0926-3E8D-364E3136AD3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18263" y="337046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372280EB-2BA7-EE5D-97BE-F07ADFE9063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21737" y="324140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E6C4D06F-A75E-7F95-31A8-C4BF27146CC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9008305">
              <a:off x="11616136" y="346581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195757C8-4019-6871-E5DF-605F7814C86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23059" y="364522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DDABD89E-CCFD-69DD-57CB-1810423F199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43997" y="367094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45F83E28-231E-F9AD-037D-27BBFE93D2A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92907" y="353870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F66E8761-24B8-A450-A973-5431869C995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73583" y="358420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3B69A248-C4B2-9334-E462-5930E2A47F5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45015" y="349327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783FFB58-AE74-3FA4-CA51-BC03435E5D8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15047" y="39382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885FE957-748B-3222-5D47-5AD1ACF5E08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63079" y="387797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8F0AA264-81CF-CAF4-3C4A-C184340E2F7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15399" y="389340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A70CCE82-94B9-AF69-847C-CDFA2A00062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99950" y="392940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398277D8-97BC-D3E4-B524-CCB0B81CE1B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26705" y="401221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61CDA964-A5D4-47F8-125B-21FE9685D70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57842" y="407947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7E78A720-3BD2-6CF3-9118-3BE2C2424F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17148" y="408681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1" name="Oval 220">
              <a:extLst>
                <a:ext uri="{FF2B5EF4-FFF2-40B4-BE49-F238E27FC236}">
                  <a16:creationId xmlns:a16="http://schemas.microsoft.com/office/drawing/2014/main" id="{2FB8C82E-BBF5-C221-D703-B5CEDFCCF32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39842" y="422109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3" name="Oval 222">
              <a:extLst>
                <a:ext uri="{FF2B5EF4-FFF2-40B4-BE49-F238E27FC236}">
                  <a16:creationId xmlns:a16="http://schemas.microsoft.com/office/drawing/2014/main" id="{70BA5278-58CD-5804-0530-530CBA62F36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72060" y="421816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5" name="Oval 224">
              <a:extLst>
                <a:ext uri="{FF2B5EF4-FFF2-40B4-BE49-F238E27FC236}">
                  <a16:creationId xmlns:a16="http://schemas.microsoft.com/office/drawing/2014/main" id="{EB4A8610-0125-D508-79A9-C0F41C9BCED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19198" y="418216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7" name="Oval 226">
              <a:extLst>
                <a:ext uri="{FF2B5EF4-FFF2-40B4-BE49-F238E27FC236}">
                  <a16:creationId xmlns:a16="http://schemas.microsoft.com/office/drawing/2014/main" id="{A09AB30F-A292-0AC2-7FDA-70F48A8133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22672" y="405310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9" name="Oval 228">
              <a:extLst>
                <a:ext uri="{FF2B5EF4-FFF2-40B4-BE49-F238E27FC236}">
                  <a16:creationId xmlns:a16="http://schemas.microsoft.com/office/drawing/2014/main" id="{0A8C5ACB-C377-2C5F-1EF9-7992684C257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82887" y="426897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31" name="Oval 230">
              <a:extLst>
                <a:ext uri="{FF2B5EF4-FFF2-40B4-BE49-F238E27FC236}">
                  <a16:creationId xmlns:a16="http://schemas.microsoft.com/office/drawing/2014/main" id="{2775B2C4-532D-0A53-FC66-9C691D41053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23994" y="445692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33" name="Oval 232">
              <a:extLst>
                <a:ext uri="{FF2B5EF4-FFF2-40B4-BE49-F238E27FC236}">
                  <a16:creationId xmlns:a16="http://schemas.microsoft.com/office/drawing/2014/main" id="{83671D89-3B91-C15A-7E01-AE1ADEDB381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44932" y="448265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35" name="Oval 234">
              <a:extLst>
                <a:ext uri="{FF2B5EF4-FFF2-40B4-BE49-F238E27FC236}">
                  <a16:creationId xmlns:a16="http://schemas.microsoft.com/office/drawing/2014/main" id="{1B0EE883-5984-2AE1-EC03-50ADE20980F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93842" y="435040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37" name="Oval 236">
              <a:extLst>
                <a:ext uri="{FF2B5EF4-FFF2-40B4-BE49-F238E27FC236}">
                  <a16:creationId xmlns:a16="http://schemas.microsoft.com/office/drawing/2014/main" id="{B4A7DCF3-008B-223E-31A1-84A18768A80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57426" y="437026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39" name="Oval 238">
              <a:extLst>
                <a:ext uri="{FF2B5EF4-FFF2-40B4-BE49-F238E27FC236}">
                  <a16:creationId xmlns:a16="http://schemas.microsoft.com/office/drawing/2014/main" id="{744395B5-87CF-842D-1F25-04C950B4FA8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45950" y="430497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0" name="Oval 239">
              <a:extLst>
                <a:ext uri="{FF2B5EF4-FFF2-40B4-BE49-F238E27FC236}">
                  <a16:creationId xmlns:a16="http://schemas.microsoft.com/office/drawing/2014/main" id="{8AF0E58C-502B-C334-EC51-4D9F7CDE71F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63950" y="37916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1" name="Oval 240">
              <a:extLst>
                <a:ext uri="{FF2B5EF4-FFF2-40B4-BE49-F238E27FC236}">
                  <a16:creationId xmlns:a16="http://schemas.microsoft.com/office/drawing/2014/main" id="{BDF23267-984B-7C1B-212B-BD1008AA6C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47375" y="37559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2" name="Oval 241">
              <a:extLst>
                <a:ext uri="{FF2B5EF4-FFF2-40B4-BE49-F238E27FC236}">
                  <a16:creationId xmlns:a16="http://schemas.microsoft.com/office/drawing/2014/main" id="{128A96C0-67AD-7188-0531-52EFD51338A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38887" y="290913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3" name="Oval 242">
              <a:extLst>
                <a:ext uri="{FF2B5EF4-FFF2-40B4-BE49-F238E27FC236}">
                  <a16:creationId xmlns:a16="http://schemas.microsoft.com/office/drawing/2014/main" id="{FF1B40DD-A661-EC85-26F9-5DC8ACA7DFA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25805" y="37359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4" name="Oval 243">
              <a:extLst>
                <a:ext uri="{FF2B5EF4-FFF2-40B4-BE49-F238E27FC236}">
                  <a16:creationId xmlns:a16="http://schemas.microsoft.com/office/drawing/2014/main" id="{39ECC1A7-C75B-5EFE-E18A-BDB79AFAB71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14464" y="380247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6" name="Oval 245">
              <a:extLst>
                <a:ext uri="{FF2B5EF4-FFF2-40B4-BE49-F238E27FC236}">
                  <a16:creationId xmlns:a16="http://schemas.microsoft.com/office/drawing/2014/main" id="{03E10354-6693-C730-10C1-0E97E2691AC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19374" y="463455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8" name="Oval 247">
              <a:extLst>
                <a:ext uri="{FF2B5EF4-FFF2-40B4-BE49-F238E27FC236}">
                  <a16:creationId xmlns:a16="http://schemas.microsoft.com/office/drawing/2014/main" id="{CBAB74EE-83FF-DE42-5FB0-EB9A66FD018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67406" y="457423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50" name="Oval 249">
              <a:extLst>
                <a:ext uri="{FF2B5EF4-FFF2-40B4-BE49-F238E27FC236}">
                  <a16:creationId xmlns:a16="http://schemas.microsoft.com/office/drawing/2014/main" id="{DBAF0179-F0F5-EC48-9E5A-2CC8F4BDB7C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19726" y="458966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52" name="Oval 251">
              <a:extLst>
                <a:ext uri="{FF2B5EF4-FFF2-40B4-BE49-F238E27FC236}">
                  <a16:creationId xmlns:a16="http://schemas.microsoft.com/office/drawing/2014/main" id="{510446C4-4197-0B76-A9F0-865525C9037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04277" y="462566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56" name="Oval 255">
              <a:extLst>
                <a:ext uri="{FF2B5EF4-FFF2-40B4-BE49-F238E27FC236}">
                  <a16:creationId xmlns:a16="http://schemas.microsoft.com/office/drawing/2014/main" id="{9867537F-66F4-5A31-1941-D5D205CC7A2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31032" y="470847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58" name="Oval 257">
              <a:extLst>
                <a:ext uri="{FF2B5EF4-FFF2-40B4-BE49-F238E27FC236}">
                  <a16:creationId xmlns:a16="http://schemas.microsoft.com/office/drawing/2014/main" id="{4F125ED3-1934-6569-92CF-281B2B72A37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62169" y="477574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60" name="Oval 259">
              <a:extLst>
                <a:ext uri="{FF2B5EF4-FFF2-40B4-BE49-F238E27FC236}">
                  <a16:creationId xmlns:a16="http://schemas.microsoft.com/office/drawing/2014/main" id="{ACF1046B-A9C5-AE9D-F3CB-A78647BE6C2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21475" y="478307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64" name="Oval 263">
              <a:extLst>
                <a:ext uri="{FF2B5EF4-FFF2-40B4-BE49-F238E27FC236}">
                  <a16:creationId xmlns:a16="http://schemas.microsoft.com/office/drawing/2014/main" id="{A05C90F5-22D5-1597-40EF-E359F4FCD82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44169" y="491735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66" name="Oval 265">
              <a:extLst>
                <a:ext uri="{FF2B5EF4-FFF2-40B4-BE49-F238E27FC236}">
                  <a16:creationId xmlns:a16="http://schemas.microsoft.com/office/drawing/2014/main" id="{9301A8A8-7973-335F-1527-9F28D5C1B25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76387" y="491443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68" name="Oval 267">
              <a:extLst>
                <a:ext uri="{FF2B5EF4-FFF2-40B4-BE49-F238E27FC236}">
                  <a16:creationId xmlns:a16="http://schemas.microsoft.com/office/drawing/2014/main" id="{4AF09AA7-68EF-829C-C300-94C93A34461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23525" y="487843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70" name="Oval 269">
              <a:extLst>
                <a:ext uri="{FF2B5EF4-FFF2-40B4-BE49-F238E27FC236}">
                  <a16:creationId xmlns:a16="http://schemas.microsoft.com/office/drawing/2014/main" id="{49933834-17A8-1D94-110E-84D094A87D4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26999" y="474937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72" name="Oval 271">
              <a:extLst>
                <a:ext uri="{FF2B5EF4-FFF2-40B4-BE49-F238E27FC236}">
                  <a16:creationId xmlns:a16="http://schemas.microsoft.com/office/drawing/2014/main" id="{FA15FD0E-15FF-77CC-ED87-A97F4A8D1BF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87214" y="496524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74" name="Oval 273">
              <a:extLst>
                <a:ext uri="{FF2B5EF4-FFF2-40B4-BE49-F238E27FC236}">
                  <a16:creationId xmlns:a16="http://schemas.microsoft.com/office/drawing/2014/main" id="{791ECAD4-679A-51FE-DD00-CFA9B61C7CE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28321" y="515319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76" name="Oval 275">
              <a:extLst>
                <a:ext uri="{FF2B5EF4-FFF2-40B4-BE49-F238E27FC236}">
                  <a16:creationId xmlns:a16="http://schemas.microsoft.com/office/drawing/2014/main" id="{39605B8F-0EF4-5965-F4F9-23D67A309D2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49259" y="517892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78" name="Oval 277">
              <a:extLst>
                <a:ext uri="{FF2B5EF4-FFF2-40B4-BE49-F238E27FC236}">
                  <a16:creationId xmlns:a16="http://schemas.microsoft.com/office/drawing/2014/main" id="{775A5C11-2793-EE34-D709-41CC0774D75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98169" y="504667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80" name="Oval 279">
              <a:extLst>
                <a:ext uri="{FF2B5EF4-FFF2-40B4-BE49-F238E27FC236}">
                  <a16:creationId xmlns:a16="http://schemas.microsoft.com/office/drawing/2014/main" id="{79D48425-B55E-34AC-D417-85379C3B55A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78845" y="509217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82" name="Oval 281">
              <a:extLst>
                <a:ext uri="{FF2B5EF4-FFF2-40B4-BE49-F238E27FC236}">
                  <a16:creationId xmlns:a16="http://schemas.microsoft.com/office/drawing/2014/main" id="{EC597FBA-A498-FCFD-E716-91C84F53851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50277" y="500124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84" name="Oval 283">
              <a:extLst>
                <a:ext uri="{FF2B5EF4-FFF2-40B4-BE49-F238E27FC236}">
                  <a16:creationId xmlns:a16="http://schemas.microsoft.com/office/drawing/2014/main" id="{EBC287BF-0B45-63B1-2F00-30C55645579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75667" y="535204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86" name="Oval 285">
              <a:extLst>
                <a:ext uri="{FF2B5EF4-FFF2-40B4-BE49-F238E27FC236}">
                  <a16:creationId xmlns:a16="http://schemas.microsoft.com/office/drawing/2014/main" id="{87BDD280-DFAF-A300-55D5-A60047454D5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23699" y="529172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88" name="Oval 287">
              <a:extLst>
                <a:ext uri="{FF2B5EF4-FFF2-40B4-BE49-F238E27FC236}">
                  <a16:creationId xmlns:a16="http://schemas.microsoft.com/office/drawing/2014/main" id="{7D5A57D7-8888-A210-EA26-ED7EEEAC468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76019" y="530715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90" name="Oval 289">
              <a:extLst>
                <a:ext uri="{FF2B5EF4-FFF2-40B4-BE49-F238E27FC236}">
                  <a16:creationId xmlns:a16="http://schemas.microsoft.com/office/drawing/2014/main" id="{B02BC551-71D7-6710-35EC-B20C8FCAC54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60570" y="534315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92" name="Oval 291">
              <a:extLst>
                <a:ext uri="{FF2B5EF4-FFF2-40B4-BE49-F238E27FC236}">
                  <a16:creationId xmlns:a16="http://schemas.microsoft.com/office/drawing/2014/main" id="{55F659E9-7613-4E09-8367-8FB1CA2879B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67544" y="538804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94" name="Oval 293">
              <a:extLst>
                <a:ext uri="{FF2B5EF4-FFF2-40B4-BE49-F238E27FC236}">
                  <a16:creationId xmlns:a16="http://schemas.microsoft.com/office/drawing/2014/main" id="{EE2A7D5A-1A51-64BC-E512-E4AEA8612F5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87325" y="542596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96" name="Oval 295">
              <a:extLst>
                <a:ext uri="{FF2B5EF4-FFF2-40B4-BE49-F238E27FC236}">
                  <a16:creationId xmlns:a16="http://schemas.microsoft.com/office/drawing/2014/main" id="{A83982A9-BE9C-69D4-7778-E372B11A07D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18462" y="549322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98" name="Oval 297">
              <a:extLst>
                <a:ext uri="{FF2B5EF4-FFF2-40B4-BE49-F238E27FC236}">
                  <a16:creationId xmlns:a16="http://schemas.microsoft.com/office/drawing/2014/main" id="{249368B9-325C-EEF5-0B38-C064B08CCB1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77768" y="550056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00" name="Oval 299">
              <a:extLst>
                <a:ext uri="{FF2B5EF4-FFF2-40B4-BE49-F238E27FC236}">
                  <a16:creationId xmlns:a16="http://schemas.microsoft.com/office/drawing/2014/main" id="{39CD6342-DE98-30C6-048F-1AADB1034BE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82262" y="561391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02" name="Oval 301">
              <a:extLst>
                <a:ext uri="{FF2B5EF4-FFF2-40B4-BE49-F238E27FC236}">
                  <a16:creationId xmlns:a16="http://schemas.microsoft.com/office/drawing/2014/main" id="{2E638660-E093-0880-C84C-BD72ADFCC39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00462" y="563484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04" name="Oval 303">
              <a:extLst>
                <a:ext uri="{FF2B5EF4-FFF2-40B4-BE49-F238E27FC236}">
                  <a16:creationId xmlns:a16="http://schemas.microsoft.com/office/drawing/2014/main" id="{C76C557A-9FD0-75CF-5681-4342B38E200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32680" y="563191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06" name="Oval 305">
              <a:extLst>
                <a:ext uri="{FF2B5EF4-FFF2-40B4-BE49-F238E27FC236}">
                  <a16:creationId xmlns:a16="http://schemas.microsoft.com/office/drawing/2014/main" id="{53981F2B-618F-AD75-0610-4B925D60922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79818" y="559591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08" name="Oval 307">
              <a:extLst>
                <a:ext uri="{FF2B5EF4-FFF2-40B4-BE49-F238E27FC236}">
                  <a16:creationId xmlns:a16="http://schemas.microsoft.com/office/drawing/2014/main" id="{10976261-ACB2-7EED-026A-BD1BDCF0EE9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83292" y="546685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0" name="Oval 309">
              <a:extLst>
                <a:ext uri="{FF2B5EF4-FFF2-40B4-BE49-F238E27FC236}">
                  <a16:creationId xmlns:a16="http://schemas.microsoft.com/office/drawing/2014/main" id="{ECAE400C-BD13-D184-B582-0D9C475E86A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04733" y="575109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2" name="Oval 311">
              <a:extLst>
                <a:ext uri="{FF2B5EF4-FFF2-40B4-BE49-F238E27FC236}">
                  <a16:creationId xmlns:a16="http://schemas.microsoft.com/office/drawing/2014/main" id="{DFA64856-1613-0B66-4472-A6CE6A2A9AC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84614" y="587068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4" name="Oval 313">
              <a:extLst>
                <a:ext uri="{FF2B5EF4-FFF2-40B4-BE49-F238E27FC236}">
                  <a16:creationId xmlns:a16="http://schemas.microsoft.com/office/drawing/2014/main" id="{AC0C581F-7606-B7FB-A686-CCE2EC0D179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05552" y="589640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6" name="Oval 315">
              <a:extLst>
                <a:ext uri="{FF2B5EF4-FFF2-40B4-BE49-F238E27FC236}">
                  <a16:creationId xmlns:a16="http://schemas.microsoft.com/office/drawing/2014/main" id="{532B51BA-7D53-20E4-8BC8-32B146320C2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54462" y="576415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8" name="Oval 317">
              <a:extLst>
                <a:ext uri="{FF2B5EF4-FFF2-40B4-BE49-F238E27FC236}">
                  <a16:creationId xmlns:a16="http://schemas.microsoft.com/office/drawing/2014/main" id="{13FC07A6-AE5A-597E-5435-9BF509C911A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35138" y="580965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20" name="Oval 319">
              <a:extLst>
                <a:ext uri="{FF2B5EF4-FFF2-40B4-BE49-F238E27FC236}">
                  <a16:creationId xmlns:a16="http://schemas.microsoft.com/office/drawing/2014/main" id="{B18796C1-2625-CE17-5C7C-347DF21997F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06570" y="571872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22" name="Oval 321">
              <a:extLst>
                <a:ext uri="{FF2B5EF4-FFF2-40B4-BE49-F238E27FC236}">
                  <a16:creationId xmlns:a16="http://schemas.microsoft.com/office/drawing/2014/main" id="{74A1FCF4-D322-0F78-DAA4-DCE950D7161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80985" y="611995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24" name="Oval 323">
              <a:extLst>
                <a:ext uri="{FF2B5EF4-FFF2-40B4-BE49-F238E27FC236}">
                  <a16:creationId xmlns:a16="http://schemas.microsoft.com/office/drawing/2014/main" id="{09B5341F-9E82-EAA3-E1FE-F39E557DD2F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29017" y="605963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26" name="Oval 325">
              <a:extLst>
                <a:ext uri="{FF2B5EF4-FFF2-40B4-BE49-F238E27FC236}">
                  <a16:creationId xmlns:a16="http://schemas.microsoft.com/office/drawing/2014/main" id="{EC4E6862-F8C9-EE5D-1BEA-072FB73EADA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81337" y="607506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28" name="Oval 327">
              <a:extLst>
                <a:ext uri="{FF2B5EF4-FFF2-40B4-BE49-F238E27FC236}">
                  <a16:creationId xmlns:a16="http://schemas.microsoft.com/office/drawing/2014/main" id="{254CBDCE-EC15-3A47-D29D-50E45043562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65888" y="611106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30" name="Oval 329">
              <a:extLst>
                <a:ext uri="{FF2B5EF4-FFF2-40B4-BE49-F238E27FC236}">
                  <a16:creationId xmlns:a16="http://schemas.microsoft.com/office/drawing/2014/main" id="{BB984420-19FE-2461-E45B-05615D9D31D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72862" y="615595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32" name="Oval 331">
              <a:extLst>
                <a:ext uri="{FF2B5EF4-FFF2-40B4-BE49-F238E27FC236}">
                  <a16:creationId xmlns:a16="http://schemas.microsoft.com/office/drawing/2014/main" id="{EA2AFAAC-6762-AFA4-C588-CAA8D03D87C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92643" y="619387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34" name="Oval 333">
              <a:extLst>
                <a:ext uri="{FF2B5EF4-FFF2-40B4-BE49-F238E27FC236}">
                  <a16:creationId xmlns:a16="http://schemas.microsoft.com/office/drawing/2014/main" id="{831287C6-A3B6-AD22-183C-CBD82C398F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23780" y="626114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36" name="Oval 335">
              <a:extLst>
                <a:ext uri="{FF2B5EF4-FFF2-40B4-BE49-F238E27FC236}">
                  <a16:creationId xmlns:a16="http://schemas.microsoft.com/office/drawing/2014/main" id="{6705FBFB-C07D-DF87-6AD4-6B296B258E5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83086" y="626848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38" name="Oval 337">
              <a:extLst>
                <a:ext uri="{FF2B5EF4-FFF2-40B4-BE49-F238E27FC236}">
                  <a16:creationId xmlns:a16="http://schemas.microsoft.com/office/drawing/2014/main" id="{67AE15E8-BB78-01CD-6C95-7B868C69F0E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87580" y="638183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40" name="Oval 339">
              <a:extLst>
                <a:ext uri="{FF2B5EF4-FFF2-40B4-BE49-F238E27FC236}">
                  <a16:creationId xmlns:a16="http://schemas.microsoft.com/office/drawing/2014/main" id="{FB577D09-7749-12AD-1648-A007ECAB625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05780" y="640275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42" name="Oval 341">
              <a:extLst>
                <a:ext uri="{FF2B5EF4-FFF2-40B4-BE49-F238E27FC236}">
                  <a16:creationId xmlns:a16="http://schemas.microsoft.com/office/drawing/2014/main" id="{CC1841A1-C1C4-2779-468D-5B055FF5F50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37998" y="639983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44" name="Oval 343">
              <a:extLst>
                <a:ext uri="{FF2B5EF4-FFF2-40B4-BE49-F238E27FC236}">
                  <a16:creationId xmlns:a16="http://schemas.microsoft.com/office/drawing/2014/main" id="{236F5E82-E2B9-6B9F-D251-A8A83E8ACB2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85136" y="636383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46" name="Oval 345">
              <a:extLst>
                <a:ext uri="{FF2B5EF4-FFF2-40B4-BE49-F238E27FC236}">
                  <a16:creationId xmlns:a16="http://schemas.microsoft.com/office/drawing/2014/main" id="{4504289D-4B21-25B6-958D-B373C897A42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88610" y="623477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48" name="Oval 347">
              <a:extLst>
                <a:ext uri="{FF2B5EF4-FFF2-40B4-BE49-F238E27FC236}">
                  <a16:creationId xmlns:a16="http://schemas.microsoft.com/office/drawing/2014/main" id="{5C4A89EF-58B7-34F8-778C-F05E7583BAC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48825" y="645064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50" name="Oval 349">
              <a:extLst>
                <a:ext uri="{FF2B5EF4-FFF2-40B4-BE49-F238E27FC236}">
                  <a16:creationId xmlns:a16="http://schemas.microsoft.com/office/drawing/2014/main" id="{D99939F7-8C69-9129-86F6-29307D3DFFF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89932" y="663859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52" name="Oval 351">
              <a:extLst>
                <a:ext uri="{FF2B5EF4-FFF2-40B4-BE49-F238E27FC236}">
                  <a16:creationId xmlns:a16="http://schemas.microsoft.com/office/drawing/2014/main" id="{5AD9E308-42E5-A9F2-89A7-3B8C887AC42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10870" y="666432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54" name="Oval 353">
              <a:extLst>
                <a:ext uri="{FF2B5EF4-FFF2-40B4-BE49-F238E27FC236}">
                  <a16:creationId xmlns:a16="http://schemas.microsoft.com/office/drawing/2014/main" id="{4431A7DE-701F-46FA-1237-130CCF5A6B4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59780" y="653207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56" name="Oval 355">
              <a:extLst>
                <a:ext uri="{FF2B5EF4-FFF2-40B4-BE49-F238E27FC236}">
                  <a16:creationId xmlns:a16="http://schemas.microsoft.com/office/drawing/2014/main" id="{2B436EEC-BA4B-937E-5D56-FBC6CA3C71D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40456" y="657757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58" name="Oval 357">
              <a:extLst>
                <a:ext uri="{FF2B5EF4-FFF2-40B4-BE49-F238E27FC236}">
                  <a16:creationId xmlns:a16="http://schemas.microsoft.com/office/drawing/2014/main" id="{99B85408-B5EC-7077-A660-9CADF3CAFC0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11888" y="648664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59" name="Oval 358">
              <a:extLst>
                <a:ext uri="{FF2B5EF4-FFF2-40B4-BE49-F238E27FC236}">
                  <a16:creationId xmlns:a16="http://schemas.microsoft.com/office/drawing/2014/main" id="{FCBE0FA0-4EDE-191D-7268-B96907677EF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74907" y="673972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0" name="Oval 359">
              <a:extLst>
                <a:ext uri="{FF2B5EF4-FFF2-40B4-BE49-F238E27FC236}">
                  <a16:creationId xmlns:a16="http://schemas.microsoft.com/office/drawing/2014/main" id="{3EC3FC76-D24F-9AB3-E781-3182A10F506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87989" y="674684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1" name="Oval 360">
              <a:extLst>
                <a:ext uri="{FF2B5EF4-FFF2-40B4-BE49-F238E27FC236}">
                  <a16:creationId xmlns:a16="http://schemas.microsoft.com/office/drawing/2014/main" id="{A0E1464B-DC76-E6D5-ED4E-7F0E38223AC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03409" y="671978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2" name="Oval 361">
              <a:extLst>
                <a:ext uri="{FF2B5EF4-FFF2-40B4-BE49-F238E27FC236}">
                  <a16:creationId xmlns:a16="http://schemas.microsoft.com/office/drawing/2014/main" id="{AD9CF87B-1A44-0774-8C08-6618D2BD45D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14132" y="444884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3" name="Oval 362">
              <a:extLst>
                <a:ext uri="{FF2B5EF4-FFF2-40B4-BE49-F238E27FC236}">
                  <a16:creationId xmlns:a16="http://schemas.microsoft.com/office/drawing/2014/main" id="{44F11C03-36E0-0506-F621-449FF993238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39683" y="30079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6" name="Oval 365">
              <a:extLst>
                <a:ext uri="{FF2B5EF4-FFF2-40B4-BE49-F238E27FC236}">
                  <a16:creationId xmlns:a16="http://schemas.microsoft.com/office/drawing/2014/main" id="{66242795-F45E-DE6C-7BBF-252AC8E07E3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51552" y="174070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8" name="Oval 367">
              <a:extLst>
                <a:ext uri="{FF2B5EF4-FFF2-40B4-BE49-F238E27FC236}">
                  <a16:creationId xmlns:a16="http://schemas.microsoft.com/office/drawing/2014/main" id="{B74B7F00-36FE-FA37-837E-5A524109E34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88826" y="176882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370" name="Oval 369">
              <a:extLst>
                <a:ext uri="{FF2B5EF4-FFF2-40B4-BE49-F238E27FC236}">
                  <a16:creationId xmlns:a16="http://schemas.microsoft.com/office/drawing/2014/main" id="{CF8131B2-A5B1-FC67-10A5-1A8EAB53EF0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84377" y="184657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1" name="Oval 370">
              <a:extLst>
                <a:ext uri="{FF2B5EF4-FFF2-40B4-BE49-F238E27FC236}">
                  <a16:creationId xmlns:a16="http://schemas.microsoft.com/office/drawing/2014/main" id="{82AAB727-04F7-1D0A-87AC-B6776150C93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36060" y="168357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2" name="Oval 371">
              <a:extLst>
                <a:ext uri="{FF2B5EF4-FFF2-40B4-BE49-F238E27FC236}">
                  <a16:creationId xmlns:a16="http://schemas.microsoft.com/office/drawing/2014/main" id="{262AC4F7-2D01-AB67-0616-FDDB4C68E03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00671" y="162688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3" name="Oval 372">
              <a:extLst>
                <a:ext uri="{FF2B5EF4-FFF2-40B4-BE49-F238E27FC236}">
                  <a16:creationId xmlns:a16="http://schemas.microsoft.com/office/drawing/2014/main" id="{595C1AE3-6930-689C-16D1-9C9F1280FDB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21737" y="19103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4" name="Oval 373">
              <a:extLst>
                <a:ext uri="{FF2B5EF4-FFF2-40B4-BE49-F238E27FC236}">
                  <a16:creationId xmlns:a16="http://schemas.microsoft.com/office/drawing/2014/main" id="{4F7FCE91-050B-6F08-0E1B-41A84617370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83071" y="198317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5" name="Oval 374">
              <a:extLst>
                <a:ext uri="{FF2B5EF4-FFF2-40B4-BE49-F238E27FC236}">
                  <a16:creationId xmlns:a16="http://schemas.microsoft.com/office/drawing/2014/main" id="{C18E13E5-CA0C-7D37-D72C-D078914A089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479360" y="19741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6" name="Oval 375">
              <a:extLst>
                <a:ext uri="{FF2B5EF4-FFF2-40B4-BE49-F238E27FC236}">
                  <a16:creationId xmlns:a16="http://schemas.microsoft.com/office/drawing/2014/main" id="{4A563D25-F633-5B7C-8460-ED1492BD958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91229" y="208726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7" name="Oval 376">
              <a:extLst>
                <a:ext uri="{FF2B5EF4-FFF2-40B4-BE49-F238E27FC236}">
                  <a16:creationId xmlns:a16="http://schemas.microsoft.com/office/drawing/2014/main" id="{4ACFE0A8-01AE-CEC8-F162-E8AFAB24182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59329" y="22111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8" name="Oval 377">
              <a:extLst>
                <a:ext uri="{FF2B5EF4-FFF2-40B4-BE49-F238E27FC236}">
                  <a16:creationId xmlns:a16="http://schemas.microsoft.com/office/drawing/2014/main" id="{B8FBA050-D706-2C24-308F-86543776B41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98136" y="235557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9" name="Oval 378">
              <a:extLst>
                <a:ext uri="{FF2B5EF4-FFF2-40B4-BE49-F238E27FC236}">
                  <a16:creationId xmlns:a16="http://schemas.microsoft.com/office/drawing/2014/main" id="{1C4C1A12-6428-2005-3BDC-4BC01A6C874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487050" y="208490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80" name="Oval 379">
              <a:extLst>
                <a:ext uri="{FF2B5EF4-FFF2-40B4-BE49-F238E27FC236}">
                  <a16:creationId xmlns:a16="http://schemas.microsoft.com/office/drawing/2014/main" id="{B6076699-A5F9-50CF-39EA-78E136DE61A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51077" y="169833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81" name="Oval 380">
              <a:extLst>
                <a:ext uri="{FF2B5EF4-FFF2-40B4-BE49-F238E27FC236}">
                  <a16:creationId xmlns:a16="http://schemas.microsoft.com/office/drawing/2014/main" id="{785C5BAD-7EE6-3646-674D-AFD16B9220B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22195" y="229497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82" name="Oval 381">
              <a:extLst>
                <a:ext uri="{FF2B5EF4-FFF2-40B4-BE49-F238E27FC236}">
                  <a16:creationId xmlns:a16="http://schemas.microsoft.com/office/drawing/2014/main" id="{7FF06DAF-E17A-46CE-07AB-277B3833AEE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60981" y="245981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83" name="Oval 382">
              <a:extLst>
                <a:ext uri="{FF2B5EF4-FFF2-40B4-BE49-F238E27FC236}">
                  <a16:creationId xmlns:a16="http://schemas.microsoft.com/office/drawing/2014/main" id="{03FFFF73-4EE5-BCBB-5F56-D1497EE147F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72692" y="26136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4" name="Rectangle 363">
              <a:extLst>
                <a:ext uri="{FF2B5EF4-FFF2-40B4-BE49-F238E27FC236}">
                  <a16:creationId xmlns:a16="http://schemas.microsoft.com/office/drawing/2014/main" id="{961C782B-B30B-D522-A65E-E1911BACED8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59257" y="1938191"/>
              <a:ext cx="632743" cy="4919810"/>
            </a:xfrm>
            <a:prstGeom prst="rect">
              <a:avLst/>
            </a:prstGeom>
            <a:gradFill>
              <a:gsLst>
                <a:gs pos="0">
                  <a:schemeClr val="bg1">
                    <a:lumMod val="95000"/>
                    <a:alpha val="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</p:grpSp>
      <p:cxnSp>
        <p:nvCxnSpPr>
          <p:cNvPr id="385" name="Straight Connector 384">
            <a:extLst>
              <a:ext uri="{FF2B5EF4-FFF2-40B4-BE49-F238E27FC236}">
                <a16:creationId xmlns:a16="http://schemas.microsoft.com/office/drawing/2014/main" id="{287433C6-05AA-4200-F989-5C86EF4FBFD8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6200" y="733425"/>
            <a:ext cx="1048702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6" name="TextBox 385">
            <a:extLst>
              <a:ext uri="{FF2B5EF4-FFF2-40B4-BE49-F238E27FC236}">
                <a16:creationId xmlns:a16="http://schemas.microsoft.com/office/drawing/2014/main" id="{A2C4B70A-50FB-9608-5DAE-ACB782938B2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981575" y="6628626"/>
            <a:ext cx="6057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Aakash Nandy ▪ Engineering Science - Aerospace</a:t>
            </a:r>
          </a:p>
        </p:txBody>
      </p:sp>
      <p:sp>
        <p:nvSpPr>
          <p:cNvPr id="393" name="Title 1">
            <a:extLst>
              <a:ext uri="{FF2B5EF4-FFF2-40B4-BE49-F238E27FC236}">
                <a16:creationId xmlns:a16="http://schemas.microsoft.com/office/drawing/2014/main" id="{73E6D031-B3D0-F3A5-6FE1-9A2C7088B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75" y="0"/>
            <a:ext cx="10382250" cy="876299"/>
          </a:xfrm>
        </p:spPr>
        <p:txBody>
          <a:bodyPr>
            <a:normAutofit/>
          </a:bodyPr>
          <a:lstStyle/>
          <a:p>
            <a:r>
              <a:rPr lang="en-CA" sz="3200" b="1" dirty="0"/>
              <a:t>MBSE Pipeline: Overview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6D7B44-83BB-33AE-12DE-68CA2298F9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27" t="-7352" r="21993" b="-5515"/>
          <a:stretch>
            <a:fillRect/>
          </a:stretch>
        </p:blipFill>
        <p:spPr>
          <a:xfrm>
            <a:off x="76200" y="800304"/>
            <a:ext cx="714819" cy="647496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6DD0C7"/>
            </a:solidFill>
          </a:ln>
        </p:spPr>
      </p:pic>
      <p:pic>
        <p:nvPicPr>
          <p:cNvPr id="10" name="Picture 9" descr="Ansys logo in transparent PNG and vectorized SVG formats">
            <a:extLst>
              <a:ext uri="{FF2B5EF4-FFF2-40B4-BE49-F238E27FC236}">
                <a16:creationId xmlns:a16="http://schemas.microsoft.com/office/drawing/2014/main" id="{A994964D-FD9F-9AC8-7EA4-6D5AE5FF9B9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421" t="-12468" r="68001"/>
          <a:stretch>
            <a:fillRect/>
          </a:stretch>
        </p:blipFill>
        <p:spPr>
          <a:xfrm>
            <a:off x="7390274" y="800304"/>
            <a:ext cx="620251" cy="647496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218DAA9-162B-6A8A-CCDC-33C6F096F5A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134" r="73773"/>
          <a:stretch>
            <a:fillRect/>
          </a:stretch>
        </p:blipFill>
        <p:spPr>
          <a:xfrm>
            <a:off x="3698421" y="3924285"/>
            <a:ext cx="674351" cy="647496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505A5C"/>
            </a:solidFill>
          </a:ln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6AED79ED-F16D-6028-DE6A-BEFF2706EDE2}"/>
              </a:ext>
            </a:extLst>
          </p:cNvPr>
          <p:cNvSpPr/>
          <p:nvPr/>
        </p:nvSpPr>
        <p:spPr>
          <a:xfrm>
            <a:off x="3698421" y="800304"/>
            <a:ext cx="684000" cy="6474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7" name="Picture 16" descr="CFturbo | Ansys Official Technology Partner">
            <a:extLst>
              <a:ext uri="{FF2B5EF4-FFF2-40B4-BE49-F238E27FC236}">
                <a16:creationId xmlns:a16="http://schemas.microsoft.com/office/drawing/2014/main" id="{5BBF2895-5670-D4F9-E670-F319788DB2E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3715751" y="809049"/>
            <a:ext cx="647496" cy="647496"/>
          </a:xfrm>
          <a:prstGeom prst="rect">
            <a:avLst/>
          </a:prstGeom>
          <a:ln w="28575">
            <a:solidFill>
              <a:srgbClr val="424341"/>
            </a:solidFill>
          </a:ln>
        </p:spPr>
      </p:pic>
      <p:sp>
        <p:nvSpPr>
          <p:cNvPr id="22" name="Arrow: Right 21">
            <a:extLst>
              <a:ext uri="{FF2B5EF4-FFF2-40B4-BE49-F238E27FC236}">
                <a16:creationId xmlns:a16="http://schemas.microsoft.com/office/drawing/2014/main" id="{5C71C380-32BD-8D76-680A-3A98A1D283E4}"/>
              </a:ext>
            </a:extLst>
          </p:cNvPr>
          <p:cNvSpPr/>
          <p:nvPr/>
        </p:nvSpPr>
        <p:spPr>
          <a:xfrm>
            <a:off x="3326010" y="2043024"/>
            <a:ext cx="674351" cy="647491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59AEE799-2723-74F2-52A1-53808DE57A4E}"/>
              </a:ext>
            </a:extLst>
          </p:cNvPr>
          <p:cNvSpPr/>
          <p:nvPr/>
        </p:nvSpPr>
        <p:spPr>
          <a:xfrm rot="5400000">
            <a:off x="5203388" y="3552546"/>
            <a:ext cx="647496" cy="647491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9A909784-3EA4-13A6-5476-DE8933EAAA4C}"/>
              </a:ext>
            </a:extLst>
          </p:cNvPr>
          <p:cNvSpPr/>
          <p:nvPr/>
        </p:nvSpPr>
        <p:spPr>
          <a:xfrm>
            <a:off x="7038975" y="4981540"/>
            <a:ext cx="640776" cy="647491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6" name="Arrow: Left-Right 25">
            <a:extLst>
              <a:ext uri="{FF2B5EF4-FFF2-40B4-BE49-F238E27FC236}">
                <a16:creationId xmlns:a16="http://schemas.microsoft.com/office/drawing/2014/main" id="{F0A1B26F-D744-E5BA-122A-E0E7C7C3EA68}"/>
              </a:ext>
            </a:extLst>
          </p:cNvPr>
          <p:cNvSpPr/>
          <p:nvPr/>
        </p:nvSpPr>
        <p:spPr>
          <a:xfrm>
            <a:off x="6807096" y="1962073"/>
            <a:ext cx="1110827" cy="647490"/>
          </a:xfrm>
          <a:prstGeom prst="left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EA8F96A-62DD-DBB5-3B1E-0AE9DB756B29}"/>
              </a:ext>
            </a:extLst>
          </p:cNvPr>
          <p:cNvSpPr/>
          <p:nvPr/>
        </p:nvSpPr>
        <p:spPr>
          <a:xfrm>
            <a:off x="7955632" y="881100"/>
            <a:ext cx="45719" cy="5563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226DF98F-2996-E693-F608-6195A54D7111}"/>
              </a:ext>
            </a:extLst>
          </p:cNvPr>
          <p:cNvSpPr txBox="1">
            <a:spLocks/>
          </p:cNvSpPr>
          <p:nvPr/>
        </p:nvSpPr>
        <p:spPr>
          <a:xfrm>
            <a:off x="730320" y="857247"/>
            <a:ext cx="2595690" cy="8762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800" b="1" dirty="0"/>
              <a:t>1D Sim and Optimization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7ABF2AEF-7958-7026-9734-0E11E99A40E4}"/>
              </a:ext>
            </a:extLst>
          </p:cNvPr>
          <p:cNvSpPr txBox="1">
            <a:spLocks/>
          </p:cNvSpPr>
          <p:nvPr/>
        </p:nvSpPr>
        <p:spPr>
          <a:xfrm>
            <a:off x="4336974" y="752719"/>
            <a:ext cx="2924262" cy="8762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800" b="1" dirty="0"/>
              <a:t>Pump Generation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48A89A01-2652-3700-2594-EAE011A4CA58}"/>
              </a:ext>
            </a:extLst>
          </p:cNvPr>
          <p:cNvSpPr txBox="1">
            <a:spLocks/>
          </p:cNvSpPr>
          <p:nvPr/>
        </p:nvSpPr>
        <p:spPr>
          <a:xfrm>
            <a:off x="4569363" y="3936299"/>
            <a:ext cx="2924262" cy="8762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800" b="1" dirty="0"/>
              <a:t>Pump Casing</a:t>
            </a: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D0A8F44A-4F4E-B001-8C29-47EF2CBE10DF}"/>
              </a:ext>
            </a:extLst>
          </p:cNvPr>
          <p:cNvSpPr txBox="1">
            <a:spLocks/>
          </p:cNvSpPr>
          <p:nvPr/>
        </p:nvSpPr>
        <p:spPr>
          <a:xfrm>
            <a:off x="7813539" y="881100"/>
            <a:ext cx="2924262" cy="8762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800" b="1" dirty="0"/>
              <a:t>3D Sim and Optimization</a:t>
            </a:r>
          </a:p>
        </p:txBody>
      </p:sp>
    </p:spTree>
    <p:extLst>
      <p:ext uri="{BB962C8B-B14F-4D97-AF65-F5344CB8AC3E}">
        <p14:creationId xmlns:p14="http://schemas.microsoft.com/office/powerpoint/2010/main" val="1079197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67BEBB-EF0A-0391-F658-CC093CBE1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Arc 35">
            <a:extLst>
              <a:ext uri="{FF2B5EF4-FFF2-40B4-BE49-F238E27FC236}">
                <a16:creationId xmlns:a16="http://schemas.microsoft.com/office/drawing/2014/main" id="{4E342D98-2F87-FD22-88F8-9C33EF67A70C}"/>
              </a:ext>
            </a:extLst>
          </p:cNvPr>
          <p:cNvSpPr/>
          <p:nvPr/>
        </p:nvSpPr>
        <p:spPr>
          <a:xfrm rot="10005607">
            <a:off x="1982411" y="1077335"/>
            <a:ext cx="3275323" cy="1337603"/>
          </a:xfrm>
          <a:prstGeom prst="arc">
            <a:avLst>
              <a:gd name="adj1" fmla="val 15958139"/>
              <a:gd name="adj2" fmla="val 21322531"/>
            </a:avLst>
          </a:prstGeom>
          <a:ln>
            <a:solidFill>
              <a:srgbClr val="6D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37" name="Arc 36">
            <a:extLst>
              <a:ext uri="{FF2B5EF4-FFF2-40B4-BE49-F238E27FC236}">
                <a16:creationId xmlns:a16="http://schemas.microsoft.com/office/drawing/2014/main" id="{CF9EEC2E-D8AD-AE8F-EF75-A8AB4BE7980D}"/>
              </a:ext>
            </a:extLst>
          </p:cNvPr>
          <p:cNvSpPr/>
          <p:nvPr/>
        </p:nvSpPr>
        <p:spPr>
          <a:xfrm rot="11594393" flipV="1">
            <a:off x="1890152" y="2676610"/>
            <a:ext cx="3275323" cy="1337603"/>
          </a:xfrm>
          <a:prstGeom prst="arc">
            <a:avLst>
              <a:gd name="adj1" fmla="val 15958139"/>
              <a:gd name="adj2" fmla="val 21322531"/>
            </a:avLst>
          </a:prstGeom>
          <a:ln>
            <a:solidFill>
              <a:srgbClr val="6D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C7BC3AA-7374-4236-89C3-DB999393CCB5}"/>
              </a:ext>
            </a:extLst>
          </p:cNvPr>
          <p:cNvGrpSpPr/>
          <p:nvPr/>
        </p:nvGrpSpPr>
        <p:grpSpPr>
          <a:xfrm flipV="1">
            <a:off x="1922554" y="2787671"/>
            <a:ext cx="3444824" cy="1495540"/>
            <a:chOff x="1719606" y="460833"/>
            <a:chExt cx="3444824" cy="1495540"/>
          </a:xfrm>
        </p:grpSpPr>
        <p:sp>
          <p:nvSpPr>
            <p:cNvPr id="25" name="Arc 24">
              <a:extLst>
                <a:ext uri="{FF2B5EF4-FFF2-40B4-BE49-F238E27FC236}">
                  <a16:creationId xmlns:a16="http://schemas.microsoft.com/office/drawing/2014/main" id="{29BB80D2-9367-C0B3-E2A7-F6EAE1137FDB}"/>
                </a:ext>
              </a:extLst>
            </p:cNvPr>
            <p:cNvSpPr/>
            <p:nvPr/>
          </p:nvSpPr>
          <p:spPr>
            <a:xfrm rot="10203889">
              <a:off x="1719606" y="618770"/>
              <a:ext cx="3275323" cy="1337603"/>
            </a:xfrm>
            <a:prstGeom prst="arc">
              <a:avLst>
                <a:gd name="adj1" fmla="val 15958139"/>
                <a:gd name="adj2" fmla="val 21322531"/>
              </a:avLst>
            </a:prstGeom>
            <a:ln>
              <a:solidFill>
                <a:srgbClr val="6DD0C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26" name="Arc 25">
              <a:extLst>
                <a:ext uri="{FF2B5EF4-FFF2-40B4-BE49-F238E27FC236}">
                  <a16:creationId xmlns:a16="http://schemas.microsoft.com/office/drawing/2014/main" id="{336CBA46-F9DD-F003-FD0A-1948189DEF90}"/>
                </a:ext>
              </a:extLst>
            </p:cNvPr>
            <p:cNvSpPr/>
            <p:nvPr/>
          </p:nvSpPr>
          <p:spPr>
            <a:xfrm rot="11016196">
              <a:off x="1889107" y="460833"/>
              <a:ext cx="3275323" cy="1350979"/>
            </a:xfrm>
            <a:prstGeom prst="arc">
              <a:avLst/>
            </a:prstGeom>
            <a:ln>
              <a:solidFill>
                <a:srgbClr val="6DD0C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7" name="Arc 26">
              <a:extLst>
                <a:ext uri="{FF2B5EF4-FFF2-40B4-BE49-F238E27FC236}">
                  <a16:creationId xmlns:a16="http://schemas.microsoft.com/office/drawing/2014/main" id="{8D6F213F-082D-1F25-B2D1-C901CFC10CFE}"/>
                </a:ext>
              </a:extLst>
            </p:cNvPr>
            <p:cNvSpPr/>
            <p:nvPr/>
          </p:nvSpPr>
          <p:spPr>
            <a:xfrm rot="10800000">
              <a:off x="1810438" y="523582"/>
              <a:ext cx="3275323" cy="1350979"/>
            </a:xfrm>
            <a:prstGeom prst="arc">
              <a:avLst>
                <a:gd name="adj1" fmla="val 15958139"/>
                <a:gd name="adj2" fmla="val 21322531"/>
              </a:avLst>
            </a:prstGeom>
            <a:ln>
              <a:solidFill>
                <a:srgbClr val="6DD0C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8" name="Arc 27">
              <a:extLst>
                <a:ext uri="{FF2B5EF4-FFF2-40B4-BE49-F238E27FC236}">
                  <a16:creationId xmlns:a16="http://schemas.microsoft.com/office/drawing/2014/main" id="{9071DFC4-CF13-6573-9A50-389C5F0D68DF}"/>
                </a:ext>
              </a:extLst>
            </p:cNvPr>
            <p:cNvSpPr/>
            <p:nvPr/>
          </p:nvSpPr>
          <p:spPr>
            <a:xfrm rot="10568098">
              <a:off x="1768630" y="577572"/>
              <a:ext cx="3275323" cy="1350979"/>
            </a:xfrm>
            <a:prstGeom prst="arc">
              <a:avLst>
                <a:gd name="adj1" fmla="val 15958139"/>
                <a:gd name="adj2" fmla="val 21322531"/>
              </a:avLst>
            </a:prstGeom>
            <a:ln>
              <a:solidFill>
                <a:srgbClr val="6DD0C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grpSp>
        <p:nvGrpSpPr>
          <p:cNvPr id="392" name="Group 391">
            <a:extLst>
              <a:ext uri="{FF2B5EF4-FFF2-40B4-BE49-F238E27FC236}">
                <a16:creationId xmlns:a16="http://schemas.microsoft.com/office/drawing/2014/main" id="{2878A741-BDB9-0172-154C-DDDEE867466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0770010" y="-117399"/>
            <a:ext cx="1453570" cy="6975400"/>
            <a:chOff x="10770010" y="-117399"/>
            <a:chExt cx="1453570" cy="6975400"/>
          </a:xfrm>
        </p:grpSpPr>
        <p:sp>
          <p:nvSpPr>
            <p:cNvPr id="365" name="Oval 364">
              <a:extLst>
                <a:ext uri="{FF2B5EF4-FFF2-40B4-BE49-F238E27FC236}">
                  <a16:creationId xmlns:a16="http://schemas.microsoft.com/office/drawing/2014/main" id="{F6674C7A-F3ED-8D21-FBC5-7623B96654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38907" y="295017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58EE864-FB86-A0CF-DFD7-A2CC3CB430B0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866728">
              <a:off x="10770010" y="-117399"/>
              <a:ext cx="1163816" cy="2147195"/>
            </a:xfrm>
            <a:prstGeom prst="rect">
              <a:avLst/>
            </a:prstGeom>
          </p:spPr>
        </p:pic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99462A88-8CC9-7339-B310-5DC2FA61E33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87200" y="178860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56666829-F052-7CDE-B5A1-BA1E98ACA3C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32167" y="18563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891B444F-F9B5-F2DA-617C-7EBF8E4A69A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23200" y="18923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03B36F3B-5828-977A-3BB8-A0CA2C8A6D5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41134" y="18743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96CC5237-840D-70B9-5DD9-9980CF4E7C9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14167" y="19564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1776F09D-AD1A-C558-6226-CDC2EAE444D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87552" y="182492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DF8CFF7F-0DDF-624F-1407-57C613BBD80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98619" y="19564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24205CB5-66A8-F6DE-CD5B-5B71204F330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23552" y="19381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04F8D7A3-F558-0D7A-95CE-BB6082604F2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29715" y="199882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B9D0CFDC-3D32-0A97-92E8-255CEC8FADA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64671" y="205145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E8CE7917-1ED9-EB43-FA25-7176D385DD2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82671" y="18743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F0BE9FB2-AB2E-DF01-9931-6786E350780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27950" y="206690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12F0DA88-1F19-9D35-8461-41F8A360D7E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47657" y="198082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BD679E81-17B4-AD51-A586-FF7305E6BCF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91590" y="206690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FBD570C4-87EB-6150-AE86-D5AE02D8D14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69552" y="210290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82AF8869-A26B-C050-92F5-D7BD3411ACA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77134" y="215932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91773430-22F0-7F93-DB63-E3167849AC9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26620" y="227931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4E930F90-347E-27A5-92AC-CD708079C7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41200" y="240581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7B214F73-DB5D-B93D-E123-75F7F28BE7D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89232" y="234549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12986142-0DB6-DB1A-568B-AEFD44EF443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87200" y="21751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400E73D8-5CAE-2F01-2C9A-437352349AE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23552" y="22185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EBC4D3E9-EDBD-D540-DEF4-26447532EB2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17934" y="215032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161D179A-B032-BC52-5956-0CB928D37CF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90103" y="226974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7AC9E624-5AF9-753F-9EA2-49A04C774F4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80619" y="21931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7BB3FCD4-3380-8623-4E00-F2BAA3506E1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11657" y="227931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290A3144-FA4C-CDA3-21B8-11F3AEB397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41552" y="236092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2E7A15AC-A045-1BCA-B0D1-BB9919DEBC9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26103" y="239692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16BE43B4-41C5-5DC7-F428-5D22DE411A7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33077" y="244181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4A96EEB1-8675-641D-F7BA-0E86FE29869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52858" y="247973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7A51D5F1-BEEE-81DA-8598-2FF1E842C22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83995" y="254699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9038FAF7-C470-6350-C79D-2BEFAB51F0E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43301" y="25543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511A3651-1294-7704-FA52-2DDD6309B59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47795" y="26676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46A70304-F753-101B-3F80-E1440C35AA3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65995" y="268861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6B912D33-8401-D30B-A79D-7332A7B5C9A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98213" y="26856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74E84F33-BEF8-1B3F-885E-3A0C89CD3FA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45351" y="26496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F2A3BE87-ADE7-441A-A3EC-CBB4924C3A2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48825" y="252062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4315C008-8872-D667-B1EA-1BB2B7821D2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26132" y="272795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6B2E63D6-8BA9-F58C-2F91-0383229F0FD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50147" y="292445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2666E635-B0BA-9C7F-AAEA-4D7A2E608AC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71085" y="295017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A82D18E9-C956-3815-09EE-4F717F29C6F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19995" y="281792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2B6B8C22-79A5-4C71-4022-0CB239B9C7F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00671" y="286342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15E42F28-8CDE-8F43-674B-0E0486E16C0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72103" y="277249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644647D6-E914-EDEA-740C-A96C1F30740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14112" y="31265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A6C30484-8B68-BA4B-2CD0-1EA8A81A7A9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62144" y="306626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BC6FA4F4-392D-E944-2D4F-9B88EBFA693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14464" y="308169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F95E2504-4F4A-7424-0682-341761A41D8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99015" y="311769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C5586CC5-7407-B980-DB65-AE1C038D063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05989" y="31625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A804B2C7-5AE4-7FA0-6592-C8CBA403CF8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25770" y="320050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26A6450E-3ED7-E8BA-995E-64C53B4119E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56907" y="326777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AC14C8BA-922A-BDE3-1696-7ACF8C25196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16213" y="327510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8424C6BA-DFA4-85F7-656D-17B58D1F5F0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20707" y="338846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7DC8F6B9-9592-6762-3B70-7561AA6E09E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38907" y="340938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B8E6045C-8B64-1295-F2F8-121F3650159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71125" y="340646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0EE7C6A9-8052-FE79-1AA1-09FBDB27112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18263" y="337046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0344E882-D633-3E0C-523E-493A4F238BF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21737" y="324140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EF36733D-F419-230F-7E51-922DBAEA1D6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9008305">
              <a:off x="11616136" y="346581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854AE0F0-DC2C-AA04-B07B-8FAC04223CF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23059" y="364522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C73458A3-08A7-AA4D-9F81-B5762E168A0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43997" y="367094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577AD021-7908-D8DB-4BF2-BB1DD642336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92907" y="353870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7A6F9EE3-BFE7-4715-7052-8683DE361E2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73583" y="358420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CA09BE5E-0C85-9A11-5B34-CDDADD1C2B7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45015" y="349327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C65E3AFF-1313-7E7E-F10F-404D1BD23DA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15047" y="39382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2139E2E6-DA51-0CF8-EE96-8B93C2F2870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63079" y="387797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57E665ED-F0C2-47D5-3925-F4BA52A8CFB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15399" y="389340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D2ABBE8C-2399-E859-971E-8CDE2307D86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99950" y="392940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C81D8BEC-6C78-2A6C-9DAC-CAD7F155050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26705" y="401221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17521812-295F-6F98-F56E-76C567ECC32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57842" y="407947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4AD38376-02C2-3DAC-B1A4-157BFB1F8F9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17148" y="408681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1" name="Oval 220">
              <a:extLst>
                <a:ext uri="{FF2B5EF4-FFF2-40B4-BE49-F238E27FC236}">
                  <a16:creationId xmlns:a16="http://schemas.microsoft.com/office/drawing/2014/main" id="{861F86CD-1FB5-5799-874F-FD4E837BFC6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39842" y="422109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3" name="Oval 222">
              <a:extLst>
                <a:ext uri="{FF2B5EF4-FFF2-40B4-BE49-F238E27FC236}">
                  <a16:creationId xmlns:a16="http://schemas.microsoft.com/office/drawing/2014/main" id="{078FA31B-B344-794E-083A-BAEC6AE612C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72060" y="421816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5" name="Oval 224">
              <a:extLst>
                <a:ext uri="{FF2B5EF4-FFF2-40B4-BE49-F238E27FC236}">
                  <a16:creationId xmlns:a16="http://schemas.microsoft.com/office/drawing/2014/main" id="{6D027E2D-DEE5-4C0A-695E-CDA17F5D3B0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19198" y="418216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7" name="Oval 226">
              <a:extLst>
                <a:ext uri="{FF2B5EF4-FFF2-40B4-BE49-F238E27FC236}">
                  <a16:creationId xmlns:a16="http://schemas.microsoft.com/office/drawing/2014/main" id="{7040715B-DF67-7B0C-60BC-7B2B00D7BAB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22672" y="405310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9" name="Oval 228">
              <a:extLst>
                <a:ext uri="{FF2B5EF4-FFF2-40B4-BE49-F238E27FC236}">
                  <a16:creationId xmlns:a16="http://schemas.microsoft.com/office/drawing/2014/main" id="{E2E536AB-AF06-21DB-CB5E-230C3297372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82887" y="426897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31" name="Oval 230">
              <a:extLst>
                <a:ext uri="{FF2B5EF4-FFF2-40B4-BE49-F238E27FC236}">
                  <a16:creationId xmlns:a16="http://schemas.microsoft.com/office/drawing/2014/main" id="{EAE3AD60-9CA8-0A93-89D5-094E121F5E6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23994" y="445692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33" name="Oval 232">
              <a:extLst>
                <a:ext uri="{FF2B5EF4-FFF2-40B4-BE49-F238E27FC236}">
                  <a16:creationId xmlns:a16="http://schemas.microsoft.com/office/drawing/2014/main" id="{C20BC177-5A95-F600-EF00-EF2BA50ABEB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44932" y="448265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35" name="Oval 234">
              <a:extLst>
                <a:ext uri="{FF2B5EF4-FFF2-40B4-BE49-F238E27FC236}">
                  <a16:creationId xmlns:a16="http://schemas.microsoft.com/office/drawing/2014/main" id="{2D6D4521-B9AF-A70F-AB5E-679482E6026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93842" y="435040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37" name="Oval 236">
              <a:extLst>
                <a:ext uri="{FF2B5EF4-FFF2-40B4-BE49-F238E27FC236}">
                  <a16:creationId xmlns:a16="http://schemas.microsoft.com/office/drawing/2014/main" id="{DD506A19-94FE-A18F-4E09-CF7B0E6DAC2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57426" y="437026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39" name="Oval 238">
              <a:extLst>
                <a:ext uri="{FF2B5EF4-FFF2-40B4-BE49-F238E27FC236}">
                  <a16:creationId xmlns:a16="http://schemas.microsoft.com/office/drawing/2014/main" id="{C7A42921-F726-B5B1-447B-8A6559C716A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45950" y="430497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0" name="Oval 239">
              <a:extLst>
                <a:ext uri="{FF2B5EF4-FFF2-40B4-BE49-F238E27FC236}">
                  <a16:creationId xmlns:a16="http://schemas.microsoft.com/office/drawing/2014/main" id="{5AAF75B3-296D-4060-16FC-F5623CCDA75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63950" y="37916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1" name="Oval 240">
              <a:extLst>
                <a:ext uri="{FF2B5EF4-FFF2-40B4-BE49-F238E27FC236}">
                  <a16:creationId xmlns:a16="http://schemas.microsoft.com/office/drawing/2014/main" id="{C4984C45-871F-16E3-DAB0-7594D986EA5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47375" y="37559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2" name="Oval 241">
              <a:extLst>
                <a:ext uri="{FF2B5EF4-FFF2-40B4-BE49-F238E27FC236}">
                  <a16:creationId xmlns:a16="http://schemas.microsoft.com/office/drawing/2014/main" id="{267933D3-CCE2-C85D-1917-77B6A45A40E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38887" y="290913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3" name="Oval 242">
              <a:extLst>
                <a:ext uri="{FF2B5EF4-FFF2-40B4-BE49-F238E27FC236}">
                  <a16:creationId xmlns:a16="http://schemas.microsoft.com/office/drawing/2014/main" id="{3D15210D-007D-6779-1144-601ABF3C456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25805" y="37359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4" name="Oval 243">
              <a:extLst>
                <a:ext uri="{FF2B5EF4-FFF2-40B4-BE49-F238E27FC236}">
                  <a16:creationId xmlns:a16="http://schemas.microsoft.com/office/drawing/2014/main" id="{79380F12-6BB5-CECD-1926-2FA39CA2AE5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14464" y="380247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6" name="Oval 245">
              <a:extLst>
                <a:ext uri="{FF2B5EF4-FFF2-40B4-BE49-F238E27FC236}">
                  <a16:creationId xmlns:a16="http://schemas.microsoft.com/office/drawing/2014/main" id="{37B6D555-14E3-D7C6-9D29-10B3C2D438B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19374" y="463455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8" name="Oval 247">
              <a:extLst>
                <a:ext uri="{FF2B5EF4-FFF2-40B4-BE49-F238E27FC236}">
                  <a16:creationId xmlns:a16="http://schemas.microsoft.com/office/drawing/2014/main" id="{45DF9CAB-AE2E-101A-6598-F62DBA59E5E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67406" y="457423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50" name="Oval 249">
              <a:extLst>
                <a:ext uri="{FF2B5EF4-FFF2-40B4-BE49-F238E27FC236}">
                  <a16:creationId xmlns:a16="http://schemas.microsoft.com/office/drawing/2014/main" id="{EB670255-FF6E-7333-8FC3-947D934621C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19726" y="458966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52" name="Oval 251">
              <a:extLst>
                <a:ext uri="{FF2B5EF4-FFF2-40B4-BE49-F238E27FC236}">
                  <a16:creationId xmlns:a16="http://schemas.microsoft.com/office/drawing/2014/main" id="{BF157652-602C-7F3C-9EEA-AB935CB0239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04277" y="462566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56" name="Oval 255">
              <a:extLst>
                <a:ext uri="{FF2B5EF4-FFF2-40B4-BE49-F238E27FC236}">
                  <a16:creationId xmlns:a16="http://schemas.microsoft.com/office/drawing/2014/main" id="{34E933E5-A326-9627-B2CD-5717958BF98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31032" y="470847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58" name="Oval 257">
              <a:extLst>
                <a:ext uri="{FF2B5EF4-FFF2-40B4-BE49-F238E27FC236}">
                  <a16:creationId xmlns:a16="http://schemas.microsoft.com/office/drawing/2014/main" id="{0BE88F6B-E51D-521B-BE61-0156F65FE50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62169" y="477574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60" name="Oval 259">
              <a:extLst>
                <a:ext uri="{FF2B5EF4-FFF2-40B4-BE49-F238E27FC236}">
                  <a16:creationId xmlns:a16="http://schemas.microsoft.com/office/drawing/2014/main" id="{80D4A42C-ACF9-FA1E-CB2B-93AA6E425FD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21475" y="478307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64" name="Oval 263">
              <a:extLst>
                <a:ext uri="{FF2B5EF4-FFF2-40B4-BE49-F238E27FC236}">
                  <a16:creationId xmlns:a16="http://schemas.microsoft.com/office/drawing/2014/main" id="{5F5E705B-BDBB-C8F5-717D-F94C0815342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44169" y="491735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66" name="Oval 265">
              <a:extLst>
                <a:ext uri="{FF2B5EF4-FFF2-40B4-BE49-F238E27FC236}">
                  <a16:creationId xmlns:a16="http://schemas.microsoft.com/office/drawing/2014/main" id="{414C17BB-CD07-3531-751E-CD843A80E79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76387" y="491443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68" name="Oval 267">
              <a:extLst>
                <a:ext uri="{FF2B5EF4-FFF2-40B4-BE49-F238E27FC236}">
                  <a16:creationId xmlns:a16="http://schemas.microsoft.com/office/drawing/2014/main" id="{FCEF071C-9DF9-96B3-5873-D571438543D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23525" y="487843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70" name="Oval 269">
              <a:extLst>
                <a:ext uri="{FF2B5EF4-FFF2-40B4-BE49-F238E27FC236}">
                  <a16:creationId xmlns:a16="http://schemas.microsoft.com/office/drawing/2014/main" id="{50841CAA-FA93-7C9C-549D-22844D17F0A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26999" y="474937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72" name="Oval 271">
              <a:extLst>
                <a:ext uri="{FF2B5EF4-FFF2-40B4-BE49-F238E27FC236}">
                  <a16:creationId xmlns:a16="http://schemas.microsoft.com/office/drawing/2014/main" id="{437A04DC-D805-131F-9509-CA1F911AABC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87214" y="496524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74" name="Oval 273">
              <a:extLst>
                <a:ext uri="{FF2B5EF4-FFF2-40B4-BE49-F238E27FC236}">
                  <a16:creationId xmlns:a16="http://schemas.microsoft.com/office/drawing/2014/main" id="{7995A7E5-202F-BA05-7EFD-5411889203C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28321" y="515319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76" name="Oval 275">
              <a:extLst>
                <a:ext uri="{FF2B5EF4-FFF2-40B4-BE49-F238E27FC236}">
                  <a16:creationId xmlns:a16="http://schemas.microsoft.com/office/drawing/2014/main" id="{706E171E-AF52-37A9-727A-6452E45AB58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49259" y="517892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78" name="Oval 277">
              <a:extLst>
                <a:ext uri="{FF2B5EF4-FFF2-40B4-BE49-F238E27FC236}">
                  <a16:creationId xmlns:a16="http://schemas.microsoft.com/office/drawing/2014/main" id="{C1923E7D-6EEA-32BB-FA7B-064593E3077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98169" y="504667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80" name="Oval 279">
              <a:extLst>
                <a:ext uri="{FF2B5EF4-FFF2-40B4-BE49-F238E27FC236}">
                  <a16:creationId xmlns:a16="http://schemas.microsoft.com/office/drawing/2014/main" id="{818A0AD3-2017-F56B-06A4-9148BB6E429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78845" y="509217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82" name="Oval 281">
              <a:extLst>
                <a:ext uri="{FF2B5EF4-FFF2-40B4-BE49-F238E27FC236}">
                  <a16:creationId xmlns:a16="http://schemas.microsoft.com/office/drawing/2014/main" id="{9891513A-8DF6-4D8C-DC45-57480F28366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50277" y="500124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84" name="Oval 283">
              <a:extLst>
                <a:ext uri="{FF2B5EF4-FFF2-40B4-BE49-F238E27FC236}">
                  <a16:creationId xmlns:a16="http://schemas.microsoft.com/office/drawing/2014/main" id="{D9DFCD19-FECD-E3A2-4F66-3BB0E546620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75667" y="535204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86" name="Oval 285">
              <a:extLst>
                <a:ext uri="{FF2B5EF4-FFF2-40B4-BE49-F238E27FC236}">
                  <a16:creationId xmlns:a16="http://schemas.microsoft.com/office/drawing/2014/main" id="{099C76B0-0C70-1E14-D405-32C1A4B97CC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23699" y="529172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88" name="Oval 287">
              <a:extLst>
                <a:ext uri="{FF2B5EF4-FFF2-40B4-BE49-F238E27FC236}">
                  <a16:creationId xmlns:a16="http://schemas.microsoft.com/office/drawing/2014/main" id="{63E2D15A-5C41-76E9-F49A-AD9B641877A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76019" y="530715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90" name="Oval 289">
              <a:extLst>
                <a:ext uri="{FF2B5EF4-FFF2-40B4-BE49-F238E27FC236}">
                  <a16:creationId xmlns:a16="http://schemas.microsoft.com/office/drawing/2014/main" id="{ACE6BC71-251A-8420-71C0-F035658BEC5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60570" y="534315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92" name="Oval 291">
              <a:extLst>
                <a:ext uri="{FF2B5EF4-FFF2-40B4-BE49-F238E27FC236}">
                  <a16:creationId xmlns:a16="http://schemas.microsoft.com/office/drawing/2014/main" id="{CB4BCD23-1DF4-5531-71CB-A70BE9D3203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67544" y="538804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94" name="Oval 293">
              <a:extLst>
                <a:ext uri="{FF2B5EF4-FFF2-40B4-BE49-F238E27FC236}">
                  <a16:creationId xmlns:a16="http://schemas.microsoft.com/office/drawing/2014/main" id="{A79418DB-A642-8CD2-3584-54FFE47FB6E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87325" y="542596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96" name="Oval 295">
              <a:extLst>
                <a:ext uri="{FF2B5EF4-FFF2-40B4-BE49-F238E27FC236}">
                  <a16:creationId xmlns:a16="http://schemas.microsoft.com/office/drawing/2014/main" id="{17BEDF6E-136E-D13C-04FD-BBEA8EB31CB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18462" y="549322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98" name="Oval 297">
              <a:extLst>
                <a:ext uri="{FF2B5EF4-FFF2-40B4-BE49-F238E27FC236}">
                  <a16:creationId xmlns:a16="http://schemas.microsoft.com/office/drawing/2014/main" id="{283DB82E-915D-C22F-F33B-74F2321D05B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77768" y="550056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00" name="Oval 299">
              <a:extLst>
                <a:ext uri="{FF2B5EF4-FFF2-40B4-BE49-F238E27FC236}">
                  <a16:creationId xmlns:a16="http://schemas.microsoft.com/office/drawing/2014/main" id="{B9A51CC2-443D-25A0-2E7C-40E71184516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82262" y="561391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02" name="Oval 301">
              <a:extLst>
                <a:ext uri="{FF2B5EF4-FFF2-40B4-BE49-F238E27FC236}">
                  <a16:creationId xmlns:a16="http://schemas.microsoft.com/office/drawing/2014/main" id="{92B2B8BF-AA89-EA17-68E5-3FE76EFD80F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00462" y="563484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04" name="Oval 303">
              <a:extLst>
                <a:ext uri="{FF2B5EF4-FFF2-40B4-BE49-F238E27FC236}">
                  <a16:creationId xmlns:a16="http://schemas.microsoft.com/office/drawing/2014/main" id="{5F049DF8-49B3-8C22-161B-D95B61660EC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32680" y="563191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06" name="Oval 305">
              <a:extLst>
                <a:ext uri="{FF2B5EF4-FFF2-40B4-BE49-F238E27FC236}">
                  <a16:creationId xmlns:a16="http://schemas.microsoft.com/office/drawing/2014/main" id="{29E80237-B1AA-73F0-8DC2-51535BA44AC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79818" y="559591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08" name="Oval 307">
              <a:extLst>
                <a:ext uri="{FF2B5EF4-FFF2-40B4-BE49-F238E27FC236}">
                  <a16:creationId xmlns:a16="http://schemas.microsoft.com/office/drawing/2014/main" id="{4DF248EF-2DF6-DC3A-8247-6D50C298962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83292" y="546685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0" name="Oval 309">
              <a:extLst>
                <a:ext uri="{FF2B5EF4-FFF2-40B4-BE49-F238E27FC236}">
                  <a16:creationId xmlns:a16="http://schemas.microsoft.com/office/drawing/2014/main" id="{219D48D8-E587-00AA-2786-9F20936CB04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04733" y="575109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2" name="Oval 311">
              <a:extLst>
                <a:ext uri="{FF2B5EF4-FFF2-40B4-BE49-F238E27FC236}">
                  <a16:creationId xmlns:a16="http://schemas.microsoft.com/office/drawing/2014/main" id="{030365EA-F867-9A6A-2162-39056EE92C8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84614" y="587068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4" name="Oval 313">
              <a:extLst>
                <a:ext uri="{FF2B5EF4-FFF2-40B4-BE49-F238E27FC236}">
                  <a16:creationId xmlns:a16="http://schemas.microsoft.com/office/drawing/2014/main" id="{AF58F5D4-A269-17CE-6F38-7E4793E9C61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05552" y="589640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6" name="Oval 315">
              <a:extLst>
                <a:ext uri="{FF2B5EF4-FFF2-40B4-BE49-F238E27FC236}">
                  <a16:creationId xmlns:a16="http://schemas.microsoft.com/office/drawing/2014/main" id="{D69E5B11-E934-41B6-09B2-D4378C41B0A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54462" y="576415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8" name="Oval 317">
              <a:extLst>
                <a:ext uri="{FF2B5EF4-FFF2-40B4-BE49-F238E27FC236}">
                  <a16:creationId xmlns:a16="http://schemas.microsoft.com/office/drawing/2014/main" id="{66AD1FF7-BFBC-BF9A-A22B-635779418C6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35138" y="580965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20" name="Oval 319">
              <a:extLst>
                <a:ext uri="{FF2B5EF4-FFF2-40B4-BE49-F238E27FC236}">
                  <a16:creationId xmlns:a16="http://schemas.microsoft.com/office/drawing/2014/main" id="{5D8EC040-6987-32D7-4BFC-6FF92E8EAC1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06570" y="571872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22" name="Oval 321">
              <a:extLst>
                <a:ext uri="{FF2B5EF4-FFF2-40B4-BE49-F238E27FC236}">
                  <a16:creationId xmlns:a16="http://schemas.microsoft.com/office/drawing/2014/main" id="{F7BD9C48-58D2-D9D2-B43E-2E87A108EA5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80985" y="611995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24" name="Oval 323">
              <a:extLst>
                <a:ext uri="{FF2B5EF4-FFF2-40B4-BE49-F238E27FC236}">
                  <a16:creationId xmlns:a16="http://schemas.microsoft.com/office/drawing/2014/main" id="{11A21C56-619B-7D64-AD6B-4E427148F47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29017" y="605963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26" name="Oval 325">
              <a:extLst>
                <a:ext uri="{FF2B5EF4-FFF2-40B4-BE49-F238E27FC236}">
                  <a16:creationId xmlns:a16="http://schemas.microsoft.com/office/drawing/2014/main" id="{6EC10471-AD15-0219-DAEB-686EF5F84F7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81337" y="607506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28" name="Oval 327">
              <a:extLst>
                <a:ext uri="{FF2B5EF4-FFF2-40B4-BE49-F238E27FC236}">
                  <a16:creationId xmlns:a16="http://schemas.microsoft.com/office/drawing/2014/main" id="{C4C7D97F-7E75-41F4-4215-FCB7EDAECD8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65888" y="611106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30" name="Oval 329">
              <a:extLst>
                <a:ext uri="{FF2B5EF4-FFF2-40B4-BE49-F238E27FC236}">
                  <a16:creationId xmlns:a16="http://schemas.microsoft.com/office/drawing/2014/main" id="{1F00891E-85F9-E218-6196-789C9201DE5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72862" y="615595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32" name="Oval 331">
              <a:extLst>
                <a:ext uri="{FF2B5EF4-FFF2-40B4-BE49-F238E27FC236}">
                  <a16:creationId xmlns:a16="http://schemas.microsoft.com/office/drawing/2014/main" id="{CA696408-644E-DAAF-285A-9A459805790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92643" y="619387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34" name="Oval 333">
              <a:extLst>
                <a:ext uri="{FF2B5EF4-FFF2-40B4-BE49-F238E27FC236}">
                  <a16:creationId xmlns:a16="http://schemas.microsoft.com/office/drawing/2014/main" id="{A910B592-C938-1BB9-3249-76C5D00E039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23780" y="626114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36" name="Oval 335">
              <a:extLst>
                <a:ext uri="{FF2B5EF4-FFF2-40B4-BE49-F238E27FC236}">
                  <a16:creationId xmlns:a16="http://schemas.microsoft.com/office/drawing/2014/main" id="{7F3F4DA6-7102-F368-DFB9-41BB9C437FD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83086" y="626848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38" name="Oval 337">
              <a:extLst>
                <a:ext uri="{FF2B5EF4-FFF2-40B4-BE49-F238E27FC236}">
                  <a16:creationId xmlns:a16="http://schemas.microsoft.com/office/drawing/2014/main" id="{4703D481-AC50-619C-720C-C281A78149F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87580" y="638183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40" name="Oval 339">
              <a:extLst>
                <a:ext uri="{FF2B5EF4-FFF2-40B4-BE49-F238E27FC236}">
                  <a16:creationId xmlns:a16="http://schemas.microsoft.com/office/drawing/2014/main" id="{C97BA37C-60F8-E3F4-6655-D60824D5EE3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05780" y="640275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42" name="Oval 341">
              <a:extLst>
                <a:ext uri="{FF2B5EF4-FFF2-40B4-BE49-F238E27FC236}">
                  <a16:creationId xmlns:a16="http://schemas.microsoft.com/office/drawing/2014/main" id="{FB173373-EC5B-F244-CB7B-E964041B30E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37998" y="639983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44" name="Oval 343">
              <a:extLst>
                <a:ext uri="{FF2B5EF4-FFF2-40B4-BE49-F238E27FC236}">
                  <a16:creationId xmlns:a16="http://schemas.microsoft.com/office/drawing/2014/main" id="{BDD1B2EC-912F-31FD-F6D1-87CEC6FFFB0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85136" y="636383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46" name="Oval 345">
              <a:extLst>
                <a:ext uri="{FF2B5EF4-FFF2-40B4-BE49-F238E27FC236}">
                  <a16:creationId xmlns:a16="http://schemas.microsoft.com/office/drawing/2014/main" id="{108AAA0F-AD9B-7D48-9634-090376C69EF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88610" y="623477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48" name="Oval 347">
              <a:extLst>
                <a:ext uri="{FF2B5EF4-FFF2-40B4-BE49-F238E27FC236}">
                  <a16:creationId xmlns:a16="http://schemas.microsoft.com/office/drawing/2014/main" id="{A21B1013-EDEF-D5A3-6123-52A16A35458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48825" y="645064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50" name="Oval 349">
              <a:extLst>
                <a:ext uri="{FF2B5EF4-FFF2-40B4-BE49-F238E27FC236}">
                  <a16:creationId xmlns:a16="http://schemas.microsoft.com/office/drawing/2014/main" id="{445BD6BB-52A1-CB1A-8C50-759D8C5310D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89932" y="663859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52" name="Oval 351">
              <a:extLst>
                <a:ext uri="{FF2B5EF4-FFF2-40B4-BE49-F238E27FC236}">
                  <a16:creationId xmlns:a16="http://schemas.microsoft.com/office/drawing/2014/main" id="{00E1353D-E450-E8C4-A4DB-603C88D8AB1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10870" y="666432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54" name="Oval 353">
              <a:extLst>
                <a:ext uri="{FF2B5EF4-FFF2-40B4-BE49-F238E27FC236}">
                  <a16:creationId xmlns:a16="http://schemas.microsoft.com/office/drawing/2014/main" id="{0EE2D450-EAEC-5587-C605-402E578F0FC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59780" y="653207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56" name="Oval 355">
              <a:extLst>
                <a:ext uri="{FF2B5EF4-FFF2-40B4-BE49-F238E27FC236}">
                  <a16:creationId xmlns:a16="http://schemas.microsoft.com/office/drawing/2014/main" id="{DB2B2F82-F3C7-7F5F-24D4-9057914FC7F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40456" y="657757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58" name="Oval 357">
              <a:extLst>
                <a:ext uri="{FF2B5EF4-FFF2-40B4-BE49-F238E27FC236}">
                  <a16:creationId xmlns:a16="http://schemas.microsoft.com/office/drawing/2014/main" id="{70D24C6C-5DC2-ED8F-550B-A91F9F8466D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11888" y="648664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59" name="Oval 358">
              <a:extLst>
                <a:ext uri="{FF2B5EF4-FFF2-40B4-BE49-F238E27FC236}">
                  <a16:creationId xmlns:a16="http://schemas.microsoft.com/office/drawing/2014/main" id="{58D13EE5-D94C-0823-6852-882D93565D4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74907" y="673972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0" name="Oval 359">
              <a:extLst>
                <a:ext uri="{FF2B5EF4-FFF2-40B4-BE49-F238E27FC236}">
                  <a16:creationId xmlns:a16="http://schemas.microsoft.com/office/drawing/2014/main" id="{0A8510B0-51CE-3D84-F355-F63F819B066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87989" y="674684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1" name="Oval 360">
              <a:extLst>
                <a:ext uri="{FF2B5EF4-FFF2-40B4-BE49-F238E27FC236}">
                  <a16:creationId xmlns:a16="http://schemas.microsoft.com/office/drawing/2014/main" id="{1A5CD668-C2B3-22DA-8C21-C463264761F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03409" y="671978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2" name="Oval 361">
              <a:extLst>
                <a:ext uri="{FF2B5EF4-FFF2-40B4-BE49-F238E27FC236}">
                  <a16:creationId xmlns:a16="http://schemas.microsoft.com/office/drawing/2014/main" id="{3341540F-8589-D153-C1F4-0FB313557E0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14132" y="444884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3" name="Oval 362">
              <a:extLst>
                <a:ext uri="{FF2B5EF4-FFF2-40B4-BE49-F238E27FC236}">
                  <a16:creationId xmlns:a16="http://schemas.microsoft.com/office/drawing/2014/main" id="{E52CBE62-12E5-979A-8505-6768C2D5A8D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39683" y="30079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6" name="Oval 365">
              <a:extLst>
                <a:ext uri="{FF2B5EF4-FFF2-40B4-BE49-F238E27FC236}">
                  <a16:creationId xmlns:a16="http://schemas.microsoft.com/office/drawing/2014/main" id="{6A54D061-FC6C-816A-6F88-91655C62C4F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51552" y="174070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8" name="Oval 367">
              <a:extLst>
                <a:ext uri="{FF2B5EF4-FFF2-40B4-BE49-F238E27FC236}">
                  <a16:creationId xmlns:a16="http://schemas.microsoft.com/office/drawing/2014/main" id="{864EBE49-75C3-2DE7-F7B7-144F4B77251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88826" y="176882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370" name="Oval 369">
              <a:extLst>
                <a:ext uri="{FF2B5EF4-FFF2-40B4-BE49-F238E27FC236}">
                  <a16:creationId xmlns:a16="http://schemas.microsoft.com/office/drawing/2014/main" id="{7BA46114-4D35-3828-6A61-440FC150DE4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84377" y="184657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1" name="Oval 370">
              <a:extLst>
                <a:ext uri="{FF2B5EF4-FFF2-40B4-BE49-F238E27FC236}">
                  <a16:creationId xmlns:a16="http://schemas.microsoft.com/office/drawing/2014/main" id="{D884E4D6-81CE-9688-E2FD-887E33DE2AF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36060" y="168357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2" name="Oval 371">
              <a:extLst>
                <a:ext uri="{FF2B5EF4-FFF2-40B4-BE49-F238E27FC236}">
                  <a16:creationId xmlns:a16="http://schemas.microsoft.com/office/drawing/2014/main" id="{00D2E65B-3566-8EC0-D9D5-08BF769D63A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00671" y="162688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3" name="Oval 372">
              <a:extLst>
                <a:ext uri="{FF2B5EF4-FFF2-40B4-BE49-F238E27FC236}">
                  <a16:creationId xmlns:a16="http://schemas.microsoft.com/office/drawing/2014/main" id="{8E4B1FD0-0A50-BF11-4430-1F7E7833B55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21737" y="19103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4" name="Oval 373">
              <a:extLst>
                <a:ext uri="{FF2B5EF4-FFF2-40B4-BE49-F238E27FC236}">
                  <a16:creationId xmlns:a16="http://schemas.microsoft.com/office/drawing/2014/main" id="{A7F15338-526D-94CB-5629-E79A3AD0B5A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83071" y="198317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5" name="Oval 374">
              <a:extLst>
                <a:ext uri="{FF2B5EF4-FFF2-40B4-BE49-F238E27FC236}">
                  <a16:creationId xmlns:a16="http://schemas.microsoft.com/office/drawing/2014/main" id="{ADCBEA88-62C2-EF3B-9E21-58ACA620F1E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479360" y="19741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6" name="Oval 375">
              <a:extLst>
                <a:ext uri="{FF2B5EF4-FFF2-40B4-BE49-F238E27FC236}">
                  <a16:creationId xmlns:a16="http://schemas.microsoft.com/office/drawing/2014/main" id="{C2DD0F36-670B-1855-34A0-B8F865CDE30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91229" y="208726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7" name="Oval 376">
              <a:extLst>
                <a:ext uri="{FF2B5EF4-FFF2-40B4-BE49-F238E27FC236}">
                  <a16:creationId xmlns:a16="http://schemas.microsoft.com/office/drawing/2014/main" id="{0C33F8BB-BA62-6C31-AF39-995085CE8F7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59329" y="22111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8" name="Oval 377">
              <a:extLst>
                <a:ext uri="{FF2B5EF4-FFF2-40B4-BE49-F238E27FC236}">
                  <a16:creationId xmlns:a16="http://schemas.microsoft.com/office/drawing/2014/main" id="{5D0F515A-2D4D-AD5D-2773-6D7B0CFBB58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98136" y="235557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9" name="Oval 378">
              <a:extLst>
                <a:ext uri="{FF2B5EF4-FFF2-40B4-BE49-F238E27FC236}">
                  <a16:creationId xmlns:a16="http://schemas.microsoft.com/office/drawing/2014/main" id="{FF10E3A1-A2C8-9EA6-A768-A2D1A01E388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487050" y="208490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80" name="Oval 379">
              <a:extLst>
                <a:ext uri="{FF2B5EF4-FFF2-40B4-BE49-F238E27FC236}">
                  <a16:creationId xmlns:a16="http://schemas.microsoft.com/office/drawing/2014/main" id="{ECD562C4-A7C1-B03F-6162-92D11A0990C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51077" y="169833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81" name="Oval 380">
              <a:extLst>
                <a:ext uri="{FF2B5EF4-FFF2-40B4-BE49-F238E27FC236}">
                  <a16:creationId xmlns:a16="http://schemas.microsoft.com/office/drawing/2014/main" id="{5A1A07AA-982B-DC63-6075-6857BBEC1A7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22195" y="229497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82" name="Oval 381">
              <a:extLst>
                <a:ext uri="{FF2B5EF4-FFF2-40B4-BE49-F238E27FC236}">
                  <a16:creationId xmlns:a16="http://schemas.microsoft.com/office/drawing/2014/main" id="{784BA37E-486B-453D-39FB-7F477839CB4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60981" y="245981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83" name="Oval 382">
              <a:extLst>
                <a:ext uri="{FF2B5EF4-FFF2-40B4-BE49-F238E27FC236}">
                  <a16:creationId xmlns:a16="http://schemas.microsoft.com/office/drawing/2014/main" id="{A744A9BC-1B8E-DDD9-133A-33BDEE32E98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72692" y="26136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4" name="Rectangle 363">
              <a:extLst>
                <a:ext uri="{FF2B5EF4-FFF2-40B4-BE49-F238E27FC236}">
                  <a16:creationId xmlns:a16="http://schemas.microsoft.com/office/drawing/2014/main" id="{99617A12-E986-1B80-DF63-D66D4F594F5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59257" y="1938191"/>
              <a:ext cx="632743" cy="4919810"/>
            </a:xfrm>
            <a:prstGeom prst="rect">
              <a:avLst/>
            </a:prstGeom>
            <a:gradFill>
              <a:gsLst>
                <a:gs pos="0">
                  <a:schemeClr val="bg1">
                    <a:lumMod val="95000"/>
                    <a:alpha val="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cxnSp>
        <p:nvCxnSpPr>
          <p:cNvPr id="385" name="Straight Connector 384">
            <a:extLst>
              <a:ext uri="{FF2B5EF4-FFF2-40B4-BE49-F238E27FC236}">
                <a16:creationId xmlns:a16="http://schemas.microsoft.com/office/drawing/2014/main" id="{048C331A-F23A-4B63-9758-3AB10B6EF227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6200" y="733425"/>
            <a:ext cx="1048702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6" name="TextBox 385">
            <a:extLst>
              <a:ext uri="{FF2B5EF4-FFF2-40B4-BE49-F238E27FC236}">
                <a16:creationId xmlns:a16="http://schemas.microsoft.com/office/drawing/2014/main" id="{23875077-8EAB-5CC3-7B0E-92F762CA120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981575" y="6628626"/>
            <a:ext cx="6057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Aakash Nandy ▪ Engineering Science - Aerospace</a:t>
            </a:r>
          </a:p>
        </p:txBody>
      </p:sp>
      <p:sp>
        <p:nvSpPr>
          <p:cNvPr id="393" name="Title 1">
            <a:extLst>
              <a:ext uri="{FF2B5EF4-FFF2-40B4-BE49-F238E27FC236}">
                <a16:creationId xmlns:a16="http://schemas.microsoft.com/office/drawing/2014/main" id="{62C4A2C3-B865-595F-D9E2-F92ADBA38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75" y="0"/>
            <a:ext cx="10382250" cy="876299"/>
          </a:xfrm>
        </p:spPr>
        <p:txBody>
          <a:bodyPr>
            <a:normAutofit/>
          </a:bodyPr>
          <a:lstStyle/>
          <a:p>
            <a:r>
              <a:rPr lang="en-CA" sz="3200" b="1" dirty="0"/>
              <a:t>MBSE Pipeline: 1D Simulation and Optimization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A2D094C5-B5E5-560E-17F0-E9FFCC6BAD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739552" y="778184"/>
            <a:ext cx="1791523" cy="3029444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ABD3C06E-BB20-4E39-8B17-195FE89A45C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531076" y="778184"/>
            <a:ext cx="1231428" cy="3028791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0873FF0B-BA64-BF93-3450-11C8DB8945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975" y="4366014"/>
            <a:ext cx="4136884" cy="2242909"/>
          </a:xfrm>
          <a:prstGeom prst="rect">
            <a:avLst/>
          </a:prstGeom>
          <a:ln w="28575">
            <a:solidFill>
              <a:srgbClr val="6DD0C7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AD001C4-3B1B-8B77-8545-FA700AF9E17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83393" t="8738" r="10034" b="88026"/>
          <a:stretch>
            <a:fillRect/>
          </a:stretch>
        </p:blipFill>
        <p:spPr>
          <a:xfrm>
            <a:off x="3534363" y="4411689"/>
            <a:ext cx="742903" cy="186894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5C2670A3-5921-DB6B-6310-3F5203F357F5}"/>
              </a:ext>
            </a:extLst>
          </p:cNvPr>
          <p:cNvGrpSpPr/>
          <p:nvPr/>
        </p:nvGrpSpPr>
        <p:grpSpPr>
          <a:xfrm>
            <a:off x="2050495" y="836363"/>
            <a:ext cx="3444824" cy="1495540"/>
            <a:chOff x="1719606" y="460833"/>
            <a:chExt cx="3444824" cy="1495540"/>
          </a:xfrm>
        </p:grpSpPr>
        <p:sp>
          <p:nvSpPr>
            <p:cNvPr id="18" name="Arc 17">
              <a:extLst>
                <a:ext uri="{FF2B5EF4-FFF2-40B4-BE49-F238E27FC236}">
                  <a16:creationId xmlns:a16="http://schemas.microsoft.com/office/drawing/2014/main" id="{D0E38347-086F-ADA8-52CF-3B3827950F26}"/>
                </a:ext>
              </a:extLst>
            </p:cNvPr>
            <p:cNvSpPr/>
            <p:nvPr/>
          </p:nvSpPr>
          <p:spPr>
            <a:xfrm rot="10203889">
              <a:off x="1719606" y="618770"/>
              <a:ext cx="3275323" cy="1337603"/>
            </a:xfrm>
            <a:prstGeom prst="arc">
              <a:avLst>
                <a:gd name="adj1" fmla="val 15958139"/>
                <a:gd name="adj2" fmla="val 21322531"/>
              </a:avLst>
            </a:prstGeom>
            <a:ln>
              <a:solidFill>
                <a:srgbClr val="6DD0C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3" name="Arc 2">
              <a:extLst>
                <a:ext uri="{FF2B5EF4-FFF2-40B4-BE49-F238E27FC236}">
                  <a16:creationId xmlns:a16="http://schemas.microsoft.com/office/drawing/2014/main" id="{F8DBDE26-C443-03B0-7F8B-3E070919FFD6}"/>
                </a:ext>
              </a:extLst>
            </p:cNvPr>
            <p:cNvSpPr/>
            <p:nvPr/>
          </p:nvSpPr>
          <p:spPr>
            <a:xfrm rot="11016196">
              <a:off x="1889107" y="460833"/>
              <a:ext cx="3275323" cy="1350979"/>
            </a:xfrm>
            <a:prstGeom prst="arc">
              <a:avLst/>
            </a:prstGeom>
            <a:ln>
              <a:solidFill>
                <a:srgbClr val="6DD0C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" name="Arc 8">
              <a:extLst>
                <a:ext uri="{FF2B5EF4-FFF2-40B4-BE49-F238E27FC236}">
                  <a16:creationId xmlns:a16="http://schemas.microsoft.com/office/drawing/2014/main" id="{34D62F9E-CF9E-5F6C-283E-DC06B7634FA6}"/>
                </a:ext>
              </a:extLst>
            </p:cNvPr>
            <p:cNvSpPr/>
            <p:nvPr/>
          </p:nvSpPr>
          <p:spPr>
            <a:xfrm rot="10800000">
              <a:off x="1810438" y="523582"/>
              <a:ext cx="3275323" cy="1350979"/>
            </a:xfrm>
            <a:prstGeom prst="arc">
              <a:avLst>
                <a:gd name="adj1" fmla="val 15958139"/>
                <a:gd name="adj2" fmla="val 21322531"/>
              </a:avLst>
            </a:prstGeom>
            <a:ln>
              <a:solidFill>
                <a:srgbClr val="6DD0C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" name="Arc 9">
              <a:extLst>
                <a:ext uri="{FF2B5EF4-FFF2-40B4-BE49-F238E27FC236}">
                  <a16:creationId xmlns:a16="http://schemas.microsoft.com/office/drawing/2014/main" id="{1023625B-150E-A719-9935-F21214A7F014}"/>
                </a:ext>
              </a:extLst>
            </p:cNvPr>
            <p:cNvSpPr/>
            <p:nvPr/>
          </p:nvSpPr>
          <p:spPr>
            <a:xfrm rot="10568098">
              <a:off x="1768630" y="577572"/>
              <a:ext cx="3275323" cy="1350979"/>
            </a:xfrm>
            <a:prstGeom prst="arc">
              <a:avLst>
                <a:gd name="adj1" fmla="val 15958139"/>
                <a:gd name="adj2" fmla="val 21322531"/>
              </a:avLst>
            </a:prstGeom>
            <a:ln>
              <a:solidFill>
                <a:srgbClr val="6DD0C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BB509BEE-23A3-93BA-662F-401146FE36E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27" t="-7352" r="21993" b="-5515"/>
          <a:stretch>
            <a:fillRect/>
          </a:stretch>
        </p:blipFill>
        <p:spPr>
          <a:xfrm>
            <a:off x="3083439" y="2133109"/>
            <a:ext cx="888748" cy="80504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6DD0C7"/>
            </a:solidFill>
          </a:ln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1DF097D3-69F3-DE63-A7F8-591300A1257B}"/>
              </a:ext>
            </a:extLst>
          </p:cNvPr>
          <p:cNvSpPr txBox="1"/>
          <p:nvPr/>
        </p:nvSpPr>
        <p:spPr>
          <a:xfrm>
            <a:off x="4081684" y="787366"/>
            <a:ext cx="359226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/>
              <a:t>1D Pump simulation based on </a:t>
            </a:r>
            <a:r>
              <a:rPr lang="en-CA" sz="1400" b="1" dirty="0"/>
              <a:t>Dr. El-Naggar’s 1D flow analysis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/>
              <a:t>Includes </a:t>
            </a:r>
            <a:r>
              <a:rPr lang="en-CA" sz="1400" b="1" dirty="0"/>
              <a:t>blade angle calculation through velocity triangle </a:t>
            </a:r>
            <a:r>
              <a:rPr lang="en-CA" sz="1400" dirty="0"/>
              <a:t>analysis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CA" sz="1400" dirty="0"/>
              <a:t>Assume zero incidence (inlet)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CA" sz="1400" dirty="0"/>
              <a:t>Stodola slip factor implemented for slip prediction along blade (used for outlet blade angle)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b="1" dirty="0"/>
              <a:t>NASA SP-8109 consolidates empirical flight data </a:t>
            </a:r>
            <a:r>
              <a:rPr lang="en-CA" sz="1400" dirty="0"/>
              <a:t>into </a:t>
            </a:r>
            <a:r>
              <a:rPr lang="en-US" sz="1400" dirty="0"/>
              <a:t>design guidelines, loss trends, and geometric scaling laws using </a:t>
            </a:r>
            <a:r>
              <a:rPr lang="en-US" sz="1400" b="1" dirty="0"/>
              <a:t>Cordier-Balje optimal 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Cavitation prediction is done through </a:t>
            </a:r>
            <a:r>
              <a:rPr lang="en-US" sz="1400" b="1" dirty="0"/>
              <a:t>NPSH screening </a:t>
            </a:r>
            <a:endParaRPr lang="en-CA" sz="1400" b="1" dirty="0"/>
          </a:p>
        </p:txBody>
      </p:sp>
      <p:pic>
        <p:nvPicPr>
          <p:cNvPr id="2" name="Picture 1" descr="Space Program Pumps Up Turbomachinery | NASA Spinoff">
            <a:extLst>
              <a:ext uri="{FF2B5EF4-FFF2-40B4-BE49-F238E27FC236}">
                <a16:creationId xmlns:a16="http://schemas.microsoft.com/office/drawing/2014/main" id="{765A2380-F27D-1BC4-FCF5-11AE510E6F2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029" t="-7030"/>
          <a:stretch>
            <a:fillRect/>
          </a:stretch>
        </p:blipFill>
        <p:spPr>
          <a:xfrm>
            <a:off x="105901" y="1357909"/>
            <a:ext cx="2158988" cy="2400583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6DD0C7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B1C2C5-B1A4-5980-BD30-583F4B76AA9F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r="596" b="12006"/>
          <a:stretch>
            <a:fillRect/>
          </a:stretch>
        </p:blipFill>
        <p:spPr>
          <a:xfrm>
            <a:off x="8816683" y="3987534"/>
            <a:ext cx="2660214" cy="2685845"/>
          </a:xfrm>
          <a:prstGeom prst="rect">
            <a:avLst/>
          </a:prstGeom>
          <a:ln w="28575">
            <a:solidFill>
              <a:srgbClr val="6DD0C7"/>
            </a:solidFill>
          </a:ln>
        </p:spPr>
      </p:pic>
      <p:sp>
        <p:nvSpPr>
          <p:cNvPr id="56" name="Title 1">
            <a:extLst>
              <a:ext uri="{FF2B5EF4-FFF2-40B4-BE49-F238E27FC236}">
                <a16:creationId xmlns:a16="http://schemas.microsoft.com/office/drawing/2014/main" id="{36B45E8F-9C50-1AC5-21A0-92A269CA3127}"/>
              </a:ext>
            </a:extLst>
          </p:cNvPr>
          <p:cNvSpPr txBox="1">
            <a:spLocks/>
          </p:cNvSpPr>
          <p:nvPr/>
        </p:nvSpPr>
        <p:spPr>
          <a:xfrm>
            <a:off x="1071819" y="606474"/>
            <a:ext cx="2595690" cy="8762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800" b="1" dirty="0"/>
              <a:t>1D Simulation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71C9FF6-331E-343D-19DB-2C54DF00D9DA}"/>
              </a:ext>
            </a:extLst>
          </p:cNvPr>
          <p:cNvSpPr txBox="1"/>
          <p:nvPr/>
        </p:nvSpPr>
        <p:spPr>
          <a:xfrm>
            <a:off x="4294088" y="4242353"/>
            <a:ext cx="4079396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/>
              <a:t>The chosen optimization algorithm is the </a:t>
            </a:r>
            <a:r>
              <a:rPr lang="en-CA" sz="1400" b="1" dirty="0"/>
              <a:t>genetic algorithm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400" dirty="0"/>
              <a:t>Inspired by the process of natural selection and genetics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400" dirty="0"/>
              <a:t>Population of candidate solutions (chromosomes) is evolved toward better solutions (natural selection)</a:t>
            </a:r>
            <a:endParaRPr lang="en-CA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/>
              <a:t>Limitations are placed based on established pump design parameters (most pulled from the </a:t>
            </a:r>
            <a:r>
              <a:rPr lang="en-CA" sz="1400" dirty="0" err="1"/>
              <a:t>Cfturbo</a:t>
            </a:r>
            <a:r>
              <a:rPr lang="en-CA" sz="1400" dirty="0"/>
              <a:t> handbook), NPSH screening, and NASA SP-8109</a:t>
            </a:r>
          </a:p>
        </p:txBody>
      </p:sp>
      <p:sp>
        <p:nvSpPr>
          <p:cNvPr id="64" name="Title 1">
            <a:extLst>
              <a:ext uri="{FF2B5EF4-FFF2-40B4-BE49-F238E27FC236}">
                <a16:creationId xmlns:a16="http://schemas.microsoft.com/office/drawing/2014/main" id="{9049A267-3E1B-3BC2-0991-BD45E8652328}"/>
              </a:ext>
            </a:extLst>
          </p:cNvPr>
          <p:cNvSpPr txBox="1">
            <a:spLocks/>
          </p:cNvSpPr>
          <p:nvPr/>
        </p:nvSpPr>
        <p:spPr>
          <a:xfrm>
            <a:off x="1005089" y="3718735"/>
            <a:ext cx="2595690" cy="8762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800" b="1" dirty="0"/>
              <a:t>Optimizer</a:t>
            </a:r>
          </a:p>
        </p:txBody>
      </p:sp>
      <p:sp>
        <p:nvSpPr>
          <p:cNvPr id="68" name="Right Brace 67">
            <a:extLst>
              <a:ext uri="{FF2B5EF4-FFF2-40B4-BE49-F238E27FC236}">
                <a16:creationId xmlns:a16="http://schemas.microsoft.com/office/drawing/2014/main" id="{2B1A0268-AB68-75AD-8861-0276C210C44D}"/>
              </a:ext>
            </a:extLst>
          </p:cNvPr>
          <p:cNvSpPr/>
          <p:nvPr/>
        </p:nvSpPr>
        <p:spPr>
          <a:xfrm>
            <a:off x="7277100" y="1276351"/>
            <a:ext cx="590550" cy="1257300"/>
          </a:xfrm>
          <a:prstGeom prst="rightBrace">
            <a:avLst>
              <a:gd name="adj1" fmla="val 26076"/>
              <a:gd name="adj2" fmla="val 50000"/>
            </a:avLst>
          </a:prstGeom>
          <a:ln>
            <a:solidFill>
              <a:srgbClr val="6DD0C7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4F0CA58C-0977-B3A8-0804-44ABDE267C4D}"/>
              </a:ext>
            </a:extLst>
          </p:cNvPr>
          <p:cNvSpPr/>
          <p:nvPr/>
        </p:nvSpPr>
        <p:spPr>
          <a:xfrm>
            <a:off x="7867650" y="787366"/>
            <a:ext cx="2823673" cy="3064362"/>
          </a:xfrm>
          <a:prstGeom prst="rect">
            <a:avLst/>
          </a:prstGeom>
          <a:noFill/>
          <a:ln w="28575">
            <a:solidFill>
              <a:srgbClr val="6DD0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2" name="Title 1">
            <a:extLst>
              <a:ext uri="{FF2B5EF4-FFF2-40B4-BE49-F238E27FC236}">
                <a16:creationId xmlns:a16="http://schemas.microsoft.com/office/drawing/2014/main" id="{2C8EA935-FE5F-91DA-BBA2-EADBACC94FE9}"/>
              </a:ext>
            </a:extLst>
          </p:cNvPr>
          <p:cNvSpPr txBox="1">
            <a:spLocks/>
          </p:cNvSpPr>
          <p:nvPr/>
        </p:nvSpPr>
        <p:spPr>
          <a:xfrm rot="16200000">
            <a:off x="7296105" y="4915899"/>
            <a:ext cx="2595690" cy="8762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800" b="1" dirty="0"/>
              <a:t>Example output</a:t>
            </a:r>
          </a:p>
        </p:txBody>
      </p:sp>
      <p:pic>
        <p:nvPicPr>
          <p:cNvPr id="6" name="Picture 5" descr="Convert PNG to BMP online for free">
            <a:hlinkClick r:id="rId10"/>
            <a:extLst>
              <a:ext uri="{FF2B5EF4-FFF2-40B4-BE49-F238E27FC236}">
                <a16:creationId xmlns:a16="http://schemas.microsoft.com/office/drawing/2014/main" id="{87071B9A-B805-5784-0939-C93A171B2F8C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-9250" b="-1"/>
          <a:stretch>
            <a:fillRect/>
          </a:stretch>
        </p:blipFill>
        <p:spPr>
          <a:xfrm>
            <a:off x="3687792" y="1777238"/>
            <a:ext cx="503403" cy="549969"/>
          </a:xfrm>
          <a:prstGeom prst="rect">
            <a:avLst/>
          </a:prstGeom>
        </p:spPr>
      </p:pic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F9B4374B-B2B2-1098-9E1A-D10E76238C5B}"/>
              </a:ext>
            </a:extLst>
          </p:cNvPr>
          <p:cNvCxnSpPr>
            <a:cxnSpLocks/>
          </p:cNvCxnSpPr>
          <p:nvPr/>
        </p:nvCxnSpPr>
        <p:spPr>
          <a:xfrm>
            <a:off x="3620071" y="1746136"/>
            <a:ext cx="319422" cy="146401"/>
          </a:xfrm>
          <a:prstGeom prst="curvedConnector2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44DCB0B-CC1C-A2C4-CDB4-595234A8B369}"/>
              </a:ext>
            </a:extLst>
          </p:cNvPr>
          <p:cNvSpPr txBox="1"/>
          <p:nvPr/>
        </p:nvSpPr>
        <p:spPr>
          <a:xfrm>
            <a:off x="2850364" y="1504558"/>
            <a:ext cx="866467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1000" b="1" dirty="0"/>
              <a:t>Read full report here</a:t>
            </a:r>
          </a:p>
        </p:txBody>
      </p:sp>
    </p:spTree>
    <p:extLst>
      <p:ext uri="{BB962C8B-B14F-4D97-AF65-F5344CB8AC3E}">
        <p14:creationId xmlns:p14="http://schemas.microsoft.com/office/powerpoint/2010/main" val="4218429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44157F-D5E3-5523-419F-3D3160CBB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2" name="Group 391">
            <a:extLst>
              <a:ext uri="{FF2B5EF4-FFF2-40B4-BE49-F238E27FC236}">
                <a16:creationId xmlns:a16="http://schemas.microsoft.com/office/drawing/2014/main" id="{2B0FB28E-BE95-477E-0FA4-E8A7E075402F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0770010" y="-117399"/>
            <a:ext cx="1453570" cy="6975400"/>
            <a:chOff x="10770010" y="-117399"/>
            <a:chExt cx="1453570" cy="6975400"/>
          </a:xfrm>
        </p:grpSpPr>
        <p:sp>
          <p:nvSpPr>
            <p:cNvPr id="365" name="Oval 364">
              <a:extLst>
                <a:ext uri="{FF2B5EF4-FFF2-40B4-BE49-F238E27FC236}">
                  <a16:creationId xmlns:a16="http://schemas.microsoft.com/office/drawing/2014/main" id="{2BA42D85-28F0-9F14-2946-4CB9E062643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38907" y="295017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AB8F8AA-B7B3-6242-D717-F33DA0683BB4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866728">
              <a:off x="10770010" y="-117399"/>
              <a:ext cx="1163816" cy="2147195"/>
            </a:xfrm>
            <a:prstGeom prst="rect">
              <a:avLst/>
            </a:prstGeom>
          </p:spPr>
        </p:pic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7CE996D9-7B11-5C22-01F3-0A9656AE8E1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87200" y="178860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A5752BEF-A326-4C03-5280-9C51C06098D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32167" y="18563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FB7BBBEA-4CA1-FD70-1A1F-C2859E3F303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23200" y="18923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995B0696-352F-89EA-CD75-92FB279293A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41134" y="18743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9D264366-4944-38A5-DEF8-8D7754054CF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14167" y="19564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6759AFED-E584-6A41-9F07-98F3C03BA0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87552" y="182492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F666CC1D-9501-4DD0-8766-7B7E30EA1E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98619" y="19564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32AFBE51-F342-527F-9EA1-A5A8E0616C2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23552" y="19381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B05668A8-8D37-99D2-024D-60E2ABDD4B3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29715" y="199882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52D830F7-2F10-A43E-64CE-9F86C10BF51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64671" y="205145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6E7D3766-258A-A3D0-0848-B76EA6E40F0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82671" y="18743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CE881E35-7B1E-E9C9-E51B-FB2758BAC5E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27950" y="206690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E25D0D86-CE68-A306-B493-6222C22EA95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47657" y="198082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0BDBDCAF-03E3-3B34-34FC-136182DB4EF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91590" y="206690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4057FB89-1279-3568-4087-136C4721CC5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69552" y="210290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079F4B48-8724-C5F8-039C-B838630B268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77134" y="215932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291EE4A9-3987-DFF5-2150-8FC458E7006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26620" y="227931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34632014-3A7F-16B2-B982-D90FDC28567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41200" y="240581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646F4832-81F2-FE7F-3985-E26519403F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89232" y="234549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2267F63D-F582-A8B7-6E4E-DDFB4418772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87200" y="21751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10D4B884-5B7F-EB3D-4B2F-315F0FD3326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23552" y="22185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173CA51C-CF81-2206-5DA0-B285D909E6D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17934" y="215032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CB9973E2-F34D-1D1A-7CA4-06D877AC281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90103" y="226974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6D2F5249-6101-018E-606E-2939FDC5D43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80619" y="21931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B93DAB48-737F-F8DC-0BB0-7C3B4044A16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11657" y="227931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1F16D1E1-0E1D-6524-6A53-CE7A1BE4C1C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41552" y="236092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F4C0E3DB-1A21-9693-56F2-77E21C7DA66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26103" y="239692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0EB06993-E225-E738-1853-2CF3A18F87D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33077" y="244181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42A4EDE0-527C-FCAB-384E-3C2DEA184B8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52858" y="247973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38650315-AB8C-A715-05AE-07A982B5F22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83995" y="254699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CA0B04CA-B3C1-E056-3709-07D2DA29FB8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43301" y="25543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AA8C5534-20BA-985E-1327-177E76EE2D6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47795" y="26676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B3272710-C53B-FC53-59B9-7C0F0C4D54E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65995" y="268861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36E65C54-F42F-3A66-0E03-67C8B3A6335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98213" y="26856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6BE79BB8-92FE-0B5F-DD1B-CFD6E15F110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45351" y="26496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1B820F87-D14E-9338-D8D1-7E11DB351E3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48825" y="252062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24AAD84D-9C6E-710F-BF81-123D9C71C81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26132" y="272795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1B2F5456-E098-A3AF-3723-1CF2C793B81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50147" y="292445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282CF2FD-AF6D-ACD6-3ECD-91818DAF16A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71085" y="295017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4D046BDE-F1FA-1D1E-6038-1791F7502B7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19995" y="281792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4756E2DC-9945-EE4B-B53B-3773CE5B937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00671" y="286342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9A2D7FA5-EF7D-A25E-C95F-5A0D0A974C8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72103" y="277249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7696BCF3-23E3-70EA-FBF7-00D36C457EB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14112" y="31265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21529F37-5720-B417-1B66-3CE279E7D05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62144" y="306626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C79C2E8D-9931-F338-184D-74595F42B46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14464" y="308169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926A76AD-8911-BE87-9232-80092CB17F9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99015" y="311769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2BED4B4D-D87F-0A32-A865-00282D6AFA9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05989" y="31625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71746CD4-29C8-544B-F911-3EF31D0675F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25770" y="320050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AA10B038-3EEE-C0E5-D11D-608551372FA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56907" y="326777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62504EA4-85A1-DB95-8375-894393E169B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16213" y="327510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5E60A361-1CEF-3D8B-1BD3-B7557F609A5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20707" y="338846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0B0721C3-72DE-0E5C-4D41-0D4BB37029B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38907" y="340938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509E88C1-A286-C8F2-F83E-B1D17A2AC49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71125" y="340646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EB91E49F-C7BA-8AEA-0F60-2A66CC6D236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18263" y="337046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B8CB245C-DDF1-E021-71C9-1B68EE5F652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21737" y="324140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435414E2-424D-8444-4F98-956A6ACB4AA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9008305">
              <a:off x="11616136" y="346581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EA0C1A39-FAEE-950F-6107-CA13660E65B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23059" y="364522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0729472B-F786-4DCB-3422-7F75927EC03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43997" y="367094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6413FCA0-ADA6-737E-4971-12C5C62A3B7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92907" y="353870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9A194C01-F947-577F-4B74-9DC1076D346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73583" y="358420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9AAE098B-8773-6FFF-DE82-1B01BC4A961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45015" y="349327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5BBD4100-1557-350F-E258-8497E284931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15047" y="39382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1E3BBB13-8D52-886E-FD2E-2D77BBB1D81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63079" y="387797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D6949D9E-E9C0-B68C-E559-E06A0AAEA79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15399" y="389340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2339A51E-2142-BC4C-9215-1BDB3F95392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99950" y="392940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A13A4362-671E-8FDC-C576-237F643DD86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26705" y="401221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2ECD0CA9-B858-325B-FC1D-DB04DB8E0EA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57842" y="407947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38E515C9-6F62-5366-1EA5-D5CEDCAB971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17148" y="408681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1" name="Oval 220">
              <a:extLst>
                <a:ext uri="{FF2B5EF4-FFF2-40B4-BE49-F238E27FC236}">
                  <a16:creationId xmlns:a16="http://schemas.microsoft.com/office/drawing/2014/main" id="{AA3409C1-693D-0817-8D93-73841EEFE2D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39842" y="422109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3" name="Oval 222">
              <a:extLst>
                <a:ext uri="{FF2B5EF4-FFF2-40B4-BE49-F238E27FC236}">
                  <a16:creationId xmlns:a16="http://schemas.microsoft.com/office/drawing/2014/main" id="{990D6956-86E4-9787-AE29-838EC425BF5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72060" y="421816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5" name="Oval 224">
              <a:extLst>
                <a:ext uri="{FF2B5EF4-FFF2-40B4-BE49-F238E27FC236}">
                  <a16:creationId xmlns:a16="http://schemas.microsoft.com/office/drawing/2014/main" id="{B2E1929A-7572-CD14-6546-1D2526FA1DD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19198" y="418216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7" name="Oval 226">
              <a:extLst>
                <a:ext uri="{FF2B5EF4-FFF2-40B4-BE49-F238E27FC236}">
                  <a16:creationId xmlns:a16="http://schemas.microsoft.com/office/drawing/2014/main" id="{3464770D-F7E9-EF24-A042-0B34CAD1C4F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22672" y="405310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9" name="Oval 228">
              <a:extLst>
                <a:ext uri="{FF2B5EF4-FFF2-40B4-BE49-F238E27FC236}">
                  <a16:creationId xmlns:a16="http://schemas.microsoft.com/office/drawing/2014/main" id="{7B212028-79F8-4EC0-E86F-8823EC0F3C5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82887" y="426897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31" name="Oval 230">
              <a:extLst>
                <a:ext uri="{FF2B5EF4-FFF2-40B4-BE49-F238E27FC236}">
                  <a16:creationId xmlns:a16="http://schemas.microsoft.com/office/drawing/2014/main" id="{3CDAD906-5D50-73FC-F536-5425C4723C0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23994" y="445692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33" name="Oval 232">
              <a:extLst>
                <a:ext uri="{FF2B5EF4-FFF2-40B4-BE49-F238E27FC236}">
                  <a16:creationId xmlns:a16="http://schemas.microsoft.com/office/drawing/2014/main" id="{CCC5813A-F477-0CF5-38F3-8BDF13B0CF7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44932" y="448265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35" name="Oval 234">
              <a:extLst>
                <a:ext uri="{FF2B5EF4-FFF2-40B4-BE49-F238E27FC236}">
                  <a16:creationId xmlns:a16="http://schemas.microsoft.com/office/drawing/2014/main" id="{D79E5657-A272-45CB-B40D-00EF91531E7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93842" y="435040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37" name="Oval 236">
              <a:extLst>
                <a:ext uri="{FF2B5EF4-FFF2-40B4-BE49-F238E27FC236}">
                  <a16:creationId xmlns:a16="http://schemas.microsoft.com/office/drawing/2014/main" id="{4513E5BA-2C7F-3107-6B06-6DC765618F1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57426" y="437026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39" name="Oval 238">
              <a:extLst>
                <a:ext uri="{FF2B5EF4-FFF2-40B4-BE49-F238E27FC236}">
                  <a16:creationId xmlns:a16="http://schemas.microsoft.com/office/drawing/2014/main" id="{F8B3DFE6-EFB0-E23A-6DDB-D6F32B4657A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45950" y="430497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0" name="Oval 239">
              <a:extLst>
                <a:ext uri="{FF2B5EF4-FFF2-40B4-BE49-F238E27FC236}">
                  <a16:creationId xmlns:a16="http://schemas.microsoft.com/office/drawing/2014/main" id="{3F6F18B1-68ED-2864-1E93-F39E304715C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63950" y="37916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1" name="Oval 240">
              <a:extLst>
                <a:ext uri="{FF2B5EF4-FFF2-40B4-BE49-F238E27FC236}">
                  <a16:creationId xmlns:a16="http://schemas.microsoft.com/office/drawing/2014/main" id="{B49D3D00-41B6-0EE0-DAE9-0D134F85C26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47375" y="37559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2" name="Oval 241">
              <a:extLst>
                <a:ext uri="{FF2B5EF4-FFF2-40B4-BE49-F238E27FC236}">
                  <a16:creationId xmlns:a16="http://schemas.microsoft.com/office/drawing/2014/main" id="{65A910B8-54A2-91A7-0A4E-6944992F3F3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38887" y="290913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3" name="Oval 242">
              <a:extLst>
                <a:ext uri="{FF2B5EF4-FFF2-40B4-BE49-F238E27FC236}">
                  <a16:creationId xmlns:a16="http://schemas.microsoft.com/office/drawing/2014/main" id="{C2F3A5BA-4024-23D8-18D4-08D7916CDAE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25805" y="37359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4" name="Oval 243">
              <a:extLst>
                <a:ext uri="{FF2B5EF4-FFF2-40B4-BE49-F238E27FC236}">
                  <a16:creationId xmlns:a16="http://schemas.microsoft.com/office/drawing/2014/main" id="{945CFBD7-1769-92BE-783A-127BF37728F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14464" y="380247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6" name="Oval 245">
              <a:extLst>
                <a:ext uri="{FF2B5EF4-FFF2-40B4-BE49-F238E27FC236}">
                  <a16:creationId xmlns:a16="http://schemas.microsoft.com/office/drawing/2014/main" id="{95BF735B-7894-2BA8-EA72-0A9AC1486E9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19374" y="463455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8" name="Oval 247">
              <a:extLst>
                <a:ext uri="{FF2B5EF4-FFF2-40B4-BE49-F238E27FC236}">
                  <a16:creationId xmlns:a16="http://schemas.microsoft.com/office/drawing/2014/main" id="{106BB74E-EEA3-E37E-1079-74FDAE62193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67406" y="457423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50" name="Oval 249">
              <a:extLst>
                <a:ext uri="{FF2B5EF4-FFF2-40B4-BE49-F238E27FC236}">
                  <a16:creationId xmlns:a16="http://schemas.microsoft.com/office/drawing/2014/main" id="{0CD01B3E-87A8-BF5A-B455-52FD09755F9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19726" y="458966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52" name="Oval 251">
              <a:extLst>
                <a:ext uri="{FF2B5EF4-FFF2-40B4-BE49-F238E27FC236}">
                  <a16:creationId xmlns:a16="http://schemas.microsoft.com/office/drawing/2014/main" id="{1F2BEC4D-FF88-7730-B7A2-8E4924DAE90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04277" y="462566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56" name="Oval 255">
              <a:extLst>
                <a:ext uri="{FF2B5EF4-FFF2-40B4-BE49-F238E27FC236}">
                  <a16:creationId xmlns:a16="http://schemas.microsoft.com/office/drawing/2014/main" id="{6F1EAC8D-A304-17B7-ADD8-7498450FF1B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31032" y="470847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58" name="Oval 257">
              <a:extLst>
                <a:ext uri="{FF2B5EF4-FFF2-40B4-BE49-F238E27FC236}">
                  <a16:creationId xmlns:a16="http://schemas.microsoft.com/office/drawing/2014/main" id="{437CDEB4-075C-2D75-4CDE-8E85EF58218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62169" y="477574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60" name="Oval 259">
              <a:extLst>
                <a:ext uri="{FF2B5EF4-FFF2-40B4-BE49-F238E27FC236}">
                  <a16:creationId xmlns:a16="http://schemas.microsoft.com/office/drawing/2014/main" id="{EA4CB584-4DC4-B378-7A1B-FB292256AF9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21475" y="478307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64" name="Oval 263">
              <a:extLst>
                <a:ext uri="{FF2B5EF4-FFF2-40B4-BE49-F238E27FC236}">
                  <a16:creationId xmlns:a16="http://schemas.microsoft.com/office/drawing/2014/main" id="{4F9D4695-8D1C-15A9-F590-EA9B2180B82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44169" y="491735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66" name="Oval 265">
              <a:extLst>
                <a:ext uri="{FF2B5EF4-FFF2-40B4-BE49-F238E27FC236}">
                  <a16:creationId xmlns:a16="http://schemas.microsoft.com/office/drawing/2014/main" id="{97C3B761-CFC4-5F9E-CBBE-389A3D58A34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76387" y="491443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68" name="Oval 267">
              <a:extLst>
                <a:ext uri="{FF2B5EF4-FFF2-40B4-BE49-F238E27FC236}">
                  <a16:creationId xmlns:a16="http://schemas.microsoft.com/office/drawing/2014/main" id="{523DBFC1-8CDE-2DF3-7E86-18E7F9781FC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23525" y="487843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70" name="Oval 269">
              <a:extLst>
                <a:ext uri="{FF2B5EF4-FFF2-40B4-BE49-F238E27FC236}">
                  <a16:creationId xmlns:a16="http://schemas.microsoft.com/office/drawing/2014/main" id="{8380457B-2F53-F36E-8CC6-CEEEC6456AA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26999" y="474937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72" name="Oval 271">
              <a:extLst>
                <a:ext uri="{FF2B5EF4-FFF2-40B4-BE49-F238E27FC236}">
                  <a16:creationId xmlns:a16="http://schemas.microsoft.com/office/drawing/2014/main" id="{26C0044D-5731-CF32-A084-DA5E2F648B8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87214" y="496524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74" name="Oval 273">
              <a:extLst>
                <a:ext uri="{FF2B5EF4-FFF2-40B4-BE49-F238E27FC236}">
                  <a16:creationId xmlns:a16="http://schemas.microsoft.com/office/drawing/2014/main" id="{947DA994-AF75-DAAB-F4C4-4C27E5FE0B9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28321" y="515319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76" name="Oval 275">
              <a:extLst>
                <a:ext uri="{FF2B5EF4-FFF2-40B4-BE49-F238E27FC236}">
                  <a16:creationId xmlns:a16="http://schemas.microsoft.com/office/drawing/2014/main" id="{109F6282-4266-7276-4D14-3A3850A65D5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49259" y="517892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78" name="Oval 277">
              <a:extLst>
                <a:ext uri="{FF2B5EF4-FFF2-40B4-BE49-F238E27FC236}">
                  <a16:creationId xmlns:a16="http://schemas.microsoft.com/office/drawing/2014/main" id="{CF431D50-F8BC-92AE-D878-4F7BE700CFE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98169" y="504667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80" name="Oval 279">
              <a:extLst>
                <a:ext uri="{FF2B5EF4-FFF2-40B4-BE49-F238E27FC236}">
                  <a16:creationId xmlns:a16="http://schemas.microsoft.com/office/drawing/2014/main" id="{A965093A-DDEB-7A62-7F49-8DC611B412D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78845" y="509217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82" name="Oval 281">
              <a:extLst>
                <a:ext uri="{FF2B5EF4-FFF2-40B4-BE49-F238E27FC236}">
                  <a16:creationId xmlns:a16="http://schemas.microsoft.com/office/drawing/2014/main" id="{67A14F46-8593-6793-41C0-0698A560A56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50277" y="500124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84" name="Oval 283">
              <a:extLst>
                <a:ext uri="{FF2B5EF4-FFF2-40B4-BE49-F238E27FC236}">
                  <a16:creationId xmlns:a16="http://schemas.microsoft.com/office/drawing/2014/main" id="{EF072235-4823-3E70-A4BD-934F35A193E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75667" y="535204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86" name="Oval 285">
              <a:extLst>
                <a:ext uri="{FF2B5EF4-FFF2-40B4-BE49-F238E27FC236}">
                  <a16:creationId xmlns:a16="http://schemas.microsoft.com/office/drawing/2014/main" id="{A23326EA-F54B-E777-BB2F-9F49DA7DB1B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23699" y="529172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88" name="Oval 287">
              <a:extLst>
                <a:ext uri="{FF2B5EF4-FFF2-40B4-BE49-F238E27FC236}">
                  <a16:creationId xmlns:a16="http://schemas.microsoft.com/office/drawing/2014/main" id="{ECA13A91-088A-CA78-A16F-A36C37D493E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76019" y="530715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90" name="Oval 289">
              <a:extLst>
                <a:ext uri="{FF2B5EF4-FFF2-40B4-BE49-F238E27FC236}">
                  <a16:creationId xmlns:a16="http://schemas.microsoft.com/office/drawing/2014/main" id="{F711065B-F731-AC40-37AF-E42D57708ED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60570" y="534315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92" name="Oval 291">
              <a:extLst>
                <a:ext uri="{FF2B5EF4-FFF2-40B4-BE49-F238E27FC236}">
                  <a16:creationId xmlns:a16="http://schemas.microsoft.com/office/drawing/2014/main" id="{51F61A30-E76D-ACF5-E1B4-86C3102985D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67544" y="538804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94" name="Oval 293">
              <a:extLst>
                <a:ext uri="{FF2B5EF4-FFF2-40B4-BE49-F238E27FC236}">
                  <a16:creationId xmlns:a16="http://schemas.microsoft.com/office/drawing/2014/main" id="{03E5E675-CF54-5CC3-8504-044A85960A4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87325" y="542596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96" name="Oval 295">
              <a:extLst>
                <a:ext uri="{FF2B5EF4-FFF2-40B4-BE49-F238E27FC236}">
                  <a16:creationId xmlns:a16="http://schemas.microsoft.com/office/drawing/2014/main" id="{D5C9225D-DA47-F463-C90D-2B3429B66D2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18462" y="549322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98" name="Oval 297">
              <a:extLst>
                <a:ext uri="{FF2B5EF4-FFF2-40B4-BE49-F238E27FC236}">
                  <a16:creationId xmlns:a16="http://schemas.microsoft.com/office/drawing/2014/main" id="{D303073A-41AB-1F7E-7EE8-D8623EFC806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77768" y="550056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00" name="Oval 299">
              <a:extLst>
                <a:ext uri="{FF2B5EF4-FFF2-40B4-BE49-F238E27FC236}">
                  <a16:creationId xmlns:a16="http://schemas.microsoft.com/office/drawing/2014/main" id="{30BF12BD-28BE-9DD9-EE22-8FE2EDB64A6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82262" y="561391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02" name="Oval 301">
              <a:extLst>
                <a:ext uri="{FF2B5EF4-FFF2-40B4-BE49-F238E27FC236}">
                  <a16:creationId xmlns:a16="http://schemas.microsoft.com/office/drawing/2014/main" id="{DAE11AE9-DEEE-5025-7B14-DAE3C14514D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00462" y="563484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04" name="Oval 303">
              <a:extLst>
                <a:ext uri="{FF2B5EF4-FFF2-40B4-BE49-F238E27FC236}">
                  <a16:creationId xmlns:a16="http://schemas.microsoft.com/office/drawing/2014/main" id="{1D585F53-03BD-A5B4-8A40-AE3068C1BBD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32680" y="563191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06" name="Oval 305">
              <a:extLst>
                <a:ext uri="{FF2B5EF4-FFF2-40B4-BE49-F238E27FC236}">
                  <a16:creationId xmlns:a16="http://schemas.microsoft.com/office/drawing/2014/main" id="{18238A31-EC06-6B00-5306-6F551F6C11C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79818" y="559591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08" name="Oval 307">
              <a:extLst>
                <a:ext uri="{FF2B5EF4-FFF2-40B4-BE49-F238E27FC236}">
                  <a16:creationId xmlns:a16="http://schemas.microsoft.com/office/drawing/2014/main" id="{5CD4C5CB-28A0-73E1-9EBB-EBF74677773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83292" y="546685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0" name="Oval 309">
              <a:extLst>
                <a:ext uri="{FF2B5EF4-FFF2-40B4-BE49-F238E27FC236}">
                  <a16:creationId xmlns:a16="http://schemas.microsoft.com/office/drawing/2014/main" id="{B064A5EA-BD70-803A-0870-C1ABACE50F3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04733" y="575109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2" name="Oval 311">
              <a:extLst>
                <a:ext uri="{FF2B5EF4-FFF2-40B4-BE49-F238E27FC236}">
                  <a16:creationId xmlns:a16="http://schemas.microsoft.com/office/drawing/2014/main" id="{49658800-385A-C7A7-DF00-CCF7AFA8745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84614" y="587068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4" name="Oval 313">
              <a:extLst>
                <a:ext uri="{FF2B5EF4-FFF2-40B4-BE49-F238E27FC236}">
                  <a16:creationId xmlns:a16="http://schemas.microsoft.com/office/drawing/2014/main" id="{08F94618-61CB-2DF7-68AE-A87FB572423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05552" y="589640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6" name="Oval 315">
              <a:extLst>
                <a:ext uri="{FF2B5EF4-FFF2-40B4-BE49-F238E27FC236}">
                  <a16:creationId xmlns:a16="http://schemas.microsoft.com/office/drawing/2014/main" id="{64A8A9A4-C181-FAC0-A16D-76260F66DC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54462" y="576415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8" name="Oval 317">
              <a:extLst>
                <a:ext uri="{FF2B5EF4-FFF2-40B4-BE49-F238E27FC236}">
                  <a16:creationId xmlns:a16="http://schemas.microsoft.com/office/drawing/2014/main" id="{97082844-0EB5-01BE-B0A1-1DDC9C6B721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35138" y="580965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20" name="Oval 319">
              <a:extLst>
                <a:ext uri="{FF2B5EF4-FFF2-40B4-BE49-F238E27FC236}">
                  <a16:creationId xmlns:a16="http://schemas.microsoft.com/office/drawing/2014/main" id="{449E47D0-0206-FECD-2791-3D3A4D0A907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06570" y="571872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22" name="Oval 321">
              <a:extLst>
                <a:ext uri="{FF2B5EF4-FFF2-40B4-BE49-F238E27FC236}">
                  <a16:creationId xmlns:a16="http://schemas.microsoft.com/office/drawing/2014/main" id="{C163D84A-1FF0-607B-B202-57225BAB9BC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80985" y="611995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24" name="Oval 323">
              <a:extLst>
                <a:ext uri="{FF2B5EF4-FFF2-40B4-BE49-F238E27FC236}">
                  <a16:creationId xmlns:a16="http://schemas.microsoft.com/office/drawing/2014/main" id="{D3257B8B-FD40-6CF9-62B8-A8F92585B8E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29017" y="605963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26" name="Oval 325">
              <a:extLst>
                <a:ext uri="{FF2B5EF4-FFF2-40B4-BE49-F238E27FC236}">
                  <a16:creationId xmlns:a16="http://schemas.microsoft.com/office/drawing/2014/main" id="{914D7A4F-41DE-FF0D-5C9C-890354E1261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81337" y="607506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28" name="Oval 327">
              <a:extLst>
                <a:ext uri="{FF2B5EF4-FFF2-40B4-BE49-F238E27FC236}">
                  <a16:creationId xmlns:a16="http://schemas.microsoft.com/office/drawing/2014/main" id="{97AE3280-139C-3C29-009F-7476DD8F5BD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65888" y="611106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30" name="Oval 329">
              <a:extLst>
                <a:ext uri="{FF2B5EF4-FFF2-40B4-BE49-F238E27FC236}">
                  <a16:creationId xmlns:a16="http://schemas.microsoft.com/office/drawing/2014/main" id="{098931E2-C8CF-7A92-6867-0695AEE6DFC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72862" y="615595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32" name="Oval 331">
              <a:extLst>
                <a:ext uri="{FF2B5EF4-FFF2-40B4-BE49-F238E27FC236}">
                  <a16:creationId xmlns:a16="http://schemas.microsoft.com/office/drawing/2014/main" id="{AA7FA12B-EE0F-E162-3953-811B728A103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92643" y="619387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34" name="Oval 333">
              <a:extLst>
                <a:ext uri="{FF2B5EF4-FFF2-40B4-BE49-F238E27FC236}">
                  <a16:creationId xmlns:a16="http://schemas.microsoft.com/office/drawing/2014/main" id="{A9FEDDF8-7371-3989-451F-2B49042DAEE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23780" y="626114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36" name="Oval 335">
              <a:extLst>
                <a:ext uri="{FF2B5EF4-FFF2-40B4-BE49-F238E27FC236}">
                  <a16:creationId xmlns:a16="http://schemas.microsoft.com/office/drawing/2014/main" id="{B0D5C1A3-8413-C26D-2660-DC489C09DD4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83086" y="626848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38" name="Oval 337">
              <a:extLst>
                <a:ext uri="{FF2B5EF4-FFF2-40B4-BE49-F238E27FC236}">
                  <a16:creationId xmlns:a16="http://schemas.microsoft.com/office/drawing/2014/main" id="{2370BE5E-7A64-9B73-9E5F-BCF1672251D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87580" y="638183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40" name="Oval 339">
              <a:extLst>
                <a:ext uri="{FF2B5EF4-FFF2-40B4-BE49-F238E27FC236}">
                  <a16:creationId xmlns:a16="http://schemas.microsoft.com/office/drawing/2014/main" id="{B8BE9390-39CC-EA13-5757-21805AC0BBB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05780" y="640275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42" name="Oval 341">
              <a:extLst>
                <a:ext uri="{FF2B5EF4-FFF2-40B4-BE49-F238E27FC236}">
                  <a16:creationId xmlns:a16="http://schemas.microsoft.com/office/drawing/2014/main" id="{EF69589F-548E-EECE-21F5-ABF28C97A53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37998" y="639983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44" name="Oval 343">
              <a:extLst>
                <a:ext uri="{FF2B5EF4-FFF2-40B4-BE49-F238E27FC236}">
                  <a16:creationId xmlns:a16="http://schemas.microsoft.com/office/drawing/2014/main" id="{F101FF56-A175-A699-42C7-EDB674681E3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85136" y="636383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46" name="Oval 345">
              <a:extLst>
                <a:ext uri="{FF2B5EF4-FFF2-40B4-BE49-F238E27FC236}">
                  <a16:creationId xmlns:a16="http://schemas.microsoft.com/office/drawing/2014/main" id="{ED15647B-705F-4AA2-744D-45B287366B8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88610" y="623477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48" name="Oval 347">
              <a:extLst>
                <a:ext uri="{FF2B5EF4-FFF2-40B4-BE49-F238E27FC236}">
                  <a16:creationId xmlns:a16="http://schemas.microsoft.com/office/drawing/2014/main" id="{04632183-FAAD-C200-896D-EAC88842BDF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48825" y="645064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50" name="Oval 349">
              <a:extLst>
                <a:ext uri="{FF2B5EF4-FFF2-40B4-BE49-F238E27FC236}">
                  <a16:creationId xmlns:a16="http://schemas.microsoft.com/office/drawing/2014/main" id="{E2D12713-6BFD-26CA-DAB1-F891F992A41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89932" y="663859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52" name="Oval 351">
              <a:extLst>
                <a:ext uri="{FF2B5EF4-FFF2-40B4-BE49-F238E27FC236}">
                  <a16:creationId xmlns:a16="http://schemas.microsoft.com/office/drawing/2014/main" id="{C64C095D-928B-20A1-D509-67479DAD9A8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10870" y="666432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54" name="Oval 353">
              <a:extLst>
                <a:ext uri="{FF2B5EF4-FFF2-40B4-BE49-F238E27FC236}">
                  <a16:creationId xmlns:a16="http://schemas.microsoft.com/office/drawing/2014/main" id="{6587C3B9-B281-D816-8E65-00135B32D48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59780" y="653207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56" name="Oval 355">
              <a:extLst>
                <a:ext uri="{FF2B5EF4-FFF2-40B4-BE49-F238E27FC236}">
                  <a16:creationId xmlns:a16="http://schemas.microsoft.com/office/drawing/2014/main" id="{3E0173D5-EC46-B8B4-70FE-A9030DA1DB6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40456" y="657757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58" name="Oval 357">
              <a:extLst>
                <a:ext uri="{FF2B5EF4-FFF2-40B4-BE49-F238E27FC236}">
                  <a16:creationId xmlns:a16="http://schemas.microsoft.com/office/drawing/2014/main" id="{2DA256EC-535A-153F-EBD5-804DAB1AC5C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11888" y="648664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59" name="Oval 358">
              <a:extLst>
                <a:ext uri="{FF2B5EF4-FFF2-40B4-BE49-F238E27FC236}">
                  <a16:creationId xmlns:a16="http://schemas.microsoft.com/office/drawing/2014/main" id="{145B333C-E319-5964-CE93-DB57597DD0E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74907" y="673972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0" name="Oval 359">
              <a:extLst>
                <a:ext uri="{FF2B5EF4-FFF2-40B4-BE49-F238E27FC236}">
                  <a16:creationId xmlns:a16="http://schemas.microsoft.com/office/drawing/2014/main" id="{F7DD7DD0-3D3F-63FC-DA28-313DC5376ED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87989" y="674684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1" name="Oval 360">
              <a:extLst>
                <a:ext uri="{FF2B5EF4-FFF2-40B4-BE49-F238E27FC236}">
                  <a16:creationId xmlns:a16="http://schemas.microsoft.com/office/drawing/2014/main" id="{3B4B8B0C-E931-5E0B-0E5B-05A095D892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03409" y="671978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2" name="Oval 361">
              <a:extLst>
                <a:ext uri="{FF2B5EF4-FFF2-40B4-BE49-F238E27FC236}">
                  <a16:creationId xmlns:a16="http://schemas.microsoft.com/office/drawing/2014/main" id="{27D37050-DD9A-3C41-2D2D-E1BE6997398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14132" y="444884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3" name="Oval 362">
              <a:extLst>
                <a:ext uri="{FF2B5EF4-FFF2-40B4-BE49-F238E27FC236}">
                  <a16:creationId xmlns:a16="http://schemas.microsoft.com/office/drawing/2014/main" id="{6D16C932-2270-BCD0-0644-14251E0872B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39683" y="30079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6" name="Oval 365">
              <a:extLst>
                <a:ext uri="{FF2B5EF4-FFF2-40B4-BE49-F238E27FC236}">
                  <a16:creationId xmlns:a16="http://schemas.microsoft.com/office/drawing/2014/main" id="{30C35ECC-7BB8-C0EC-6F6B-63040D042D4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51552" y="174070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8" name="Oval 367">
              <a:extLst>
                <a:ext uri="{FF2B5EF4-FFF2-40B4-BE49-F238E27FC236}">
                  <a16:creationId xmlns:a16="http://schemas.microsoft.com/office/drawing/2014/main" id="{36D97542-6E86-8C6A-3806-7AB95F145FF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88826" y="176882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370" name="Oval 369">
              <a:extLst>
                <a:ext uri="{FF2B5EF4-FFF2-40B4-BE49-F238E27FC236}">
                  <a16:creationId xmlns:a16="http://schemas.microsoft.com/office/drawing/2014/main" id="{C6D9B03C-3B3A-4756-3203-AFB02A33785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84377" y="184657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1" name="Oval 370">
              <a:extLst>
                <a:ext uri="{FF2B5EF4-FFF2-40B4-BE49-F238E27FC236}">
                  <a16:creationId xmlns:a16="http://schemas.microsoft.com/office/drawing/2014/main" id="{B7197AF4-7C39-DEAC-FC5E-694A1980AAF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36060" y="168357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2" name="Oval 371">
              <a:extLst>
                <a:ext uri="{FF2B5EF4-FFF2-40B4-BE49-F238E27FC236}">
                  <a16:creationId xmlns:a16="http://schemas.microsoft.com/office/drawing/2014/main" id="{2EFE6C56-DB5E-73AC-F8F0-5150CD0EA53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00671" y="162688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3" name="Oval 372">
              <a:extLst>
                <a:ext uri="{FF2B5EF4-FFF2-40B4-BE49-F238E27FC236}">
                  <a16:creationId xmlns:a16="http://schemas.microsoft.com/office/drawing/2014/main" id="{FEDDD43E-B368-B40C-B4D8-717DCBC8760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21737" y="19103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4" name="Oval 373">
              <a:extLst>
                <a:ext uri="{FF2B5EF4-FFF2-40B4-BE49-F238E27FC236}">
                  <a16:creationId xmlns:a16="http://schemas.microsoft.com/office/drawing/2014/main" id="{25ADFF80-BD01-FB77-D5B7-91068603ED6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83071" y="198317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5" name="Oval 374">
              <a:extLst>
                <a:ext uri="{FF2B5EF4-FFF2-40B4-BE49-F238E27FC236}">
                  <a16:creationId xmlns:a16="http://schemas.microsoft.com/office/drawing/2014/main" id="{1ACF755D-0910-9692-56C8-D8280F69B0D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479360" y="19741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6" name="Oval 375">
              <a:extLst>
                <a:ext uri="{FF2B5EF4-FFF2-40B4-BE49-F238E27FC236}">
                  <a16:creationId xmlns:a16="http://schemas.microsoft.com/office/drawing/2014/main" id="{3B31BE4D-CE47-95FD-F77A-D2229A15EE8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91229" y="208726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7" name="Oval 376">
              <a:extLst>
                <a:ext uri="{FF2B5EF4-FFF2-40B4-BE49-F238E27FC236}">
                  <a16:creationId xmlns:a16="http://schemas.microsoft.com/office/drawing/2014/main" id="{A0E74328-3F85-0376-6E0D-B5E2022A801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59329" y="22111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8" name="Oval 377">
              <a:extLst>
                <a:ext uri="{FF2B5EF4-FFF2-40B4-BE49-F238E27FC236}">
                  <a16:creationId xmlns:a16="http://schemas.microsoft.com/office/drawing/2014/main" id="{A074B355-C9DE-D6ED-C316-C9954D77F07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98136" y="235557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9" name="Oval 378">
              <a:extLst>
                <a:ext uri="{FF2B5EF4-FFF2-40B4-BE49-F238E27FC236}">
                  <a16:creationId xmlns:a16="http://schemas.microsoft.com/office/drawing/2014/main" id="{A2BE9D3F-47C3-E2B0-ADD2-13D72F3BBA4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487050" y="208490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80" name="Oval 379">
              <a:extLst>
                <a:ext uri="{FF2B5EF4-FFF2-40B4-BE49-F238E27FC236}">
                  <a16:creationId xmlns:a16="http://schemas.microsoft.com/office/drawing/2014/main" id="{720B3465-981A-5247-68C4-0C8611E89F1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51077" y="169833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81" name="Oval 380">
              <a:extLst>
                <a:ext uri="{FF2B5EF4-FFF2-40B4-BE49-F238E27FC236}">
                  <a16:creationId xmlns:a16="http://schemas.microsoft.com/office/drawing/2014/main" id="{697425F6-A575-EAF3-4399-E6B95284319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22195" y="229497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82" name="Oval 381">
              <a:extLst>
                <a:ext uri="{FF2B5EF4-FFF2-40B4-BE49-F238E27FC236}">
                  <a16:creationId xmlns:a16="http://schemas.microsoft.com/office/drawing/2014/main" id="{AFBA6B1C-A27E-6AD5-C3A0-F1A36DF47D3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60981" y="245981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83" name="Oval 382">
              <a:extLst>
                <a:ext uri="{FF2B5EF4-FFF2-40B4-BE49-F238E27FC236}">
                  <a16:creationId xmlns:a16="http://schemas.microsoft.com/office/drawing/2014/main" id="{063D2D00-84B7-BD1F-93E0-3E5A376C462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72692" y="26136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4" name="Rectangle 363">
              <a:extLst>
                <a:ext uri="{FF2B5EF4-FFF2-40B4-BE49-F238E27FC236}">
                  <a16:creationId xmlns:a16="http://schemas.microsoft.com/office/drawing/2014/main" id="{24EA0B48-DD37-9DA8-4529-71606343C51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59257" y="1938191"/>
              <a:ext cx="632743" cy="4919810"/>
            </a:xfrm>
            <a:prstGeom prst="rect">
              <a:avLst/>
            </a:prstGeom>
            <a:gradFill>
              <a:gsLst>
                <a:gs pos="0">
                  <a:schemeClr val="bg1">
                    <a:lumMod val="95000"/>
                    <a:alpha val="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cxnSp>
        <p:nvCxnSpPr>
          <p:cNvPr id="385" name="Straight Connector 384">
            <a:extLst>
              <a:ext uri="{FF2B5EF4-FFF2-40B4-BE49-F238E27FC236}">
                <a16:creationId xmlns:a16="http://schemas.microsoft.com/office/drawing/2014/main" id="{25EA102D-6A79-56BF-2298-8F1A75B34B82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6200" y="733425"/>
            <a:ext cx="1048702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6" name="TextBox 385">
            <a:extLst>
              <a:ext uri="{FF2B5EF4-FFF2-40B4-BE49-F238E27FC236}">
                <a16:creationId xmlns:a16="http://schemas.microsoft.com/office/drawing/2014/main" id="{93453619-120D-8240-8542-634924A4F35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981575" y="6628626"/>
            <a:ext cx="6057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Aakash Nandy ▪ Engineering Science - Aerospace</a:t>
            </a:r>
          </a:p>
        </p:txBody>
      </p:sp>
      <p:sp>
        <p:nvSpPr>
          <p:cNvPr id="393" name="Title 1">
            <a:extLst>
              <a:ext uri="{FF2B5EF4-FFF2-40B4-BE49-F238E27FC236}">
                <a16:creationId xmlns:a16="http://schemas.microsoft.com/office/drawing/2014/main" id="{95B07082-38B6-38E7-AF7E-21C0113B2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75" y="0"/>
            <a:ext cx="10382250" cy="876299"/>
          </a:xfrm>
        </p:spPr>
        <p:txBody>
          <a:bodyPr>
            <a:normAutofit/>
          </a:bodyPr>
          <a:lstStyle/>
          <a:p>
            <a:r>
              <a:rPr lang="en-CA" sz="3200" b="1" dirty="0"/>
              <a:t>MBSE Pipeline: Pump Geometry Design and CAD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ECEE17-0844-3229-2371-4E958B3DF6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6163" y="2696328"/>
            <a:ext cx="3722973" cy="3501660"/>
          </a:xfrm>
          <a:prstGeom prst="rect">
            <a:avLst/>
          </a:prstGeom>
          <a:ln w="38100">
            <a:solidFill>
              <a:srgbClr val="42434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ABBDC95-5074-E262-2579-D9534B40BF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4" y="946620"/>
            <a:ext cx="5385019" cy="2814674"/>
          </a:xfrm>
          <a:prstGeom prst="rect">
            <a:avLst/>
          </a:prstGeom>
          <a:ln w="38100">
            <a:solidFill>
              <a:srgbClr val="42434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9138195-1142-72B5-EF9A-2C827422EE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888176" y="3092808"/>
            <a:ext cx="2379180" cy="3819086"/>
          </a:xfrm>
          <a:prstGeom prst="rect">
            <a:avLst/>
          </a:prstGeom>
          <a:ln w="38100">
            <a:solidFill>
              <a:srgbClr val="42434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2F9A333-83AB-DD18-8428-8817953AAA0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9501" t="11007" r="18193" b="19530"/>
          <a:stretch>
            <a:fillRect/>
          </a:stretch>
        </p:blipFill>
        <p:spPr>
          <a:xfrm>
            <a:off x="5610447" y="933257"/>
            <a:ext cx="2118689" cy="1725069"/>
          </a:xfrm>
          <a:prstGeom prst="rect">
            <a:avLst/>
          </a:prstGeom>
          <a:ln w="38100">
            <a:solidFill>
              <a:srgbClr val="424341"/>
            </a:solidFill>
          </a:ln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EC9D113A-267D-0806-DB43-15E0263FD22B}"/>
              </a:ext>
            </a:extLst>
          </p:cNvPr>
          <p:cNvSpPr/>
          <p:nvPr/>
        </p:nvSpPr>
        <p:spPr>
          <a:xfrm>
            <a:off x="76200" y="803943"/>
            <a:ext cx="1419226" cy="666750"/>
          </a:xfrm>
          <a:prstGeom prst="rect">
            <a:avLst/>
          </a:prstGeom>
          <a:solidFill>
            <a:srgbClr val="FBB900"/>
          </a:solidFill>
          <a:ln w="38100">
            <a:solidFill>
              <a:srgbClr val="4243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3D Solid Domain </a:t>
            </a:r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3B00B16-2B1F-28E3-796D-5C72A3E0FCAA}"/>
              </a:ext>
            </a:extLst>
          </p:cNvPr>
          <p:cNvSpPr/>
          <p:nvPr/>
        </p:nvSpPr>
        <p:spPr>
          <a:xfrm>
            <a:off x="6096000" y="800771"/>
            <a:ext cx="3007609" cy="372720"/>
          </a:xfrm>
          <a:prstGeom prst="rect">
            <a:avLst/>
          </a:prstGeom>
          <a:solidFill>
            <a:srgbClr val="FBB900"/>
          </a:solidFill>
          <a:ln w="38100">
            <a:solidFill>
              <a:srgbClr val="4243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Inducer Meridional Contour</a:t>
            </a:r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0D1D939-FCF6-C4F4-A823-978C73B1E7E4}"/>
              </a:ext>
            </a:extLst>
          </p:cNvPr>
          <p:cNvSpPr/>
          <p:nvPr/>
        </p:nvSpPr>
        <p:spPr>
          <a:xfrm>
            <a:off x="6815137" y="5998059"/>
            <a:ext cx="3748088" cy="666750"/>
          </a:xfrm>
          <a:prstGeom prst="rect">
            <a:avLst/>
          </a:prstGeom>
          <a:solidFill>
            <a:srgbClr val="FBB900"/>
          </a:solidFill>
          <a:ln w="38100">
            <a:solidFill>
              <a:srgbClr val="4243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Full Pump Meridional Contour with Secondary Flow and Relevant Solids</a:t>
            </a:r>
            <a:endParaRPr lang="en-CA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FC99CB6-EB0B-1C83-D9A3-75357B21A699}"/>
              </a:ext>
            </a:extLst>
          </p:cNvPr>
          <p:cNvSpPr/>
          <p:nvPr/>
        </p:nvSpPr>
        <p:spPr>
          <a:xfrm>
            <a:off x="76200" y="6145074"/>
            <a:ext cx="3007609" cy="372720"/>
          </a:xfrm>
          <a:prstGeom prst="rect">
            <a:avLst/>
          </a:prstGeom>
          <a:solidFill>
            <a:srgbClr val="FBB900"/>
          </a:solidFill>
          <a:ln w="38100">
            <a:solidFill>
              <a:srgbClr val="4243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Impeller Meridional Contour</a:t>
            </a:r>
            <a:endParaRPr lang="en-CA" dirty="0">
              <a:solidFill>
                <a:schemeClr val="tx1"/>
              </a:solidFill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62CEB62-29B3-6F42-E87E-B339A7CC6C59}"/>
              </a:ext>
            </a:extLst>
          </p:cNvPr>
          <p:cNvGrpSpPr/>
          <p:nvPr/>
        </p:nvGrpSpPr>
        <p:grpSpPr>
          <a:xfrm>
            <a:off x="10536027" y="3681185"/>
            <a:ext cx="893771" cy="544372"/>
            <a:chOff x="10753725" y="3670317"/>
            <a:chExt cx="893771" cy="544372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8929EB78-052A-55F7-EE1D-500F873FCCC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0771124" y="3670317"/>
              <a:ext cx="876372" cy="544372"/>
              <a:chOff x="8789923" y="4260867"/>
              <a:chExt cx="2260267" cy="1440000"/>
            </a:xfrm>
          </p:grpSpPr>
          <p:sp>
            <p:nvSpPr>
              <p:cNvPr id="22" name="Arc 21">
                <a:extLst>
                  <a:ext uri="{FF2B5EF4-FFF2-40B4-BE49-F238E27FC236}">
                    <a16:creationId xmlns:a16="http://schemas.microsoft.com/office/drawing/2014/main" id="{41EA5937-BCE8-CB9E-2907-7DD889CDEF84}"/>
                  </a:ext>
                </a:extLst>
              </p:cNvPr>
              <p:cNvSpPr/>
              <p:nvPr/>
            </p:nvSpPr>
            <p:spPr>
              <a:xfrm>
                <a:off x="9610190" y="4260867"/>
                <a:ext cx="1440000" cy="1440000"/>
              </a:xfrm>
              <a:prstGeom prst="arc">
                <a:avLst>
                  <a:gd name="adj1" fmla="val 14255636"/>
                  <a:gd name="adj2" fmla="val 7195408"/>
                </a:avLst>
              </a:prstGeom>
              <a:ln w="38100">
                <a:solidFill>
                  <a:srgbClr val="42434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7B5415A5-E4F8-0477-4746-E1116E53C227}"/>
                  </a:ext>
                </a:extLst>
              </p:cNvPr>
              <p:cNvCxnSpPr>
                <a:stCxn id="22" idx="2"/>
              </p:cNvCxnSpPr>
              <p:nvPr/>
            </p:nvCxnSpPr>
            <p:spPr>
              <a:xfrm flipV="1">
                <a:off x="9971023" y="4353357"/>
                <a:ext cx="1117" cy="1251529"/>
              </a:xfrm>
              <a:prstGeom prst="line">
                <a:avLst/>
              </a:prstGeom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Free-form: Shape 25">
                <a:extLst>
                  <a:ext uri="{FF2B5EF4-FFF2-40B4-BE49-F238E27FC236}">
                    <a16:creationId xmlns:a16="http://schemas.microsoft.com/office/drawing/2014/main" id="{7081A6FC-E3E2-7E05-C507-D94B15F1FD1E}"/>
                  </a:ext>
                </a:extLst>
              </p:cNvPr>
              <p:cNvSpPr/>
              <p:nvPr/>
            </p:nvSpPr>
            <p:spPr>
              <a:xfrm>
                <a:off x="8789923" y="4351946"/>
                <a:ext cx="1190625" cy="228720"/>
              </a:xfrm>
              <a:custGeom>
                <a:avLst/>
                <a:gdLst>
                  <a:gd name="csX0" fmla="*/ 1190625 w 1190625"/>
                  <a:gd name="csY0" fmla="*/ 0 h 228720"/>
                  <a:gd name="csX1" fmla="*/ 466725 w 1190625"/>
                  <a:gd name="csY1" fmla="*/ 228600 h 228720"/>
                  <a:gd name="csX2" fmla="*/ 0 w 1190625"/>
                  <a:gd name="csY2" fmla="*/ 28575 h 2287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190625" h="228720">
                    <a:moveTo>
                      <a:pt x="1190625" y="0"/>
                    </a:moveTo>
                    <a:cubicBezTo>
                      <a:pt x="927893" y="111919"/>
                      <a:pt x="665162" y="223838"/>
                      <a:pt x="466725" y="228600"/>
                    </a:cubicBezTo>
                    <a:cubicBezTo>
                      <a:pt x="268288" y="233362"/>
                      <a:pt x="139700" y="95250"/>
                      <a:pt x="0" y="28575"/>
                    </a:cubicBezTo>
                  </a:path>
                </a:pathLst>
              </a:custGeom>
              <a:noFill/>
              <a:ln w="38100">
                <a:solidFill>
                  <a:srgbClr val="42434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7" name="Free-form: Shape 26">
                <a:extLst>
                  <a:ext uri="{FF2B5EF4-FFF2-40B4-BE49-F238E27FC236}">
                    <a16:creationId xmlns:a16="http://schemas.microsoft.com/office/drawing/2014/main" id="{57978738-23C8-D58C-8B81-FA667FEECD6F}"/>
                  </a:ext>
                </a:extLst>
              </p:cNvPr>
              <p:cNvSpPr/>
              <p:nvPr/>
            </p:nvSpPr>
            <p:spPr>
              <a:xfrm flipV="1">
                <a:off x="8789923" y="5385691"/>
                <a:ext cx="1190625" cy="228720"/>
              </a:xfrm>
              <a:custGeom>
                <a:avLst/>
                <a:gdLst>
                  <a:gd name="csX0" fmla="*/ 1190625 w 1190625"/>
                  <a:gd name="csY0" fmla="*/ 0 h 228720"/>
                  <a:gd name="csX1" fmla="*/ 466725 w 1190625"/>
                  <a:gd name="csY1" fmla="*/ 228600 h 228720"/>
                  <a:gd name="csX2" fmla="*/ 0 w 1190625"/>
                  <a:gd name="csY2" fmla="*/ 28575 h 2287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190625" h="228720">
                    <a:moveTo>
                      <a:pt x="1190625" y="0"/>
                    </a:moveTo>
                    <a:cubicBezTo>
                      <a:pt x="927893" y="111919"/>
                      <a:pt x="665162" y="223838"/>
                      <a:pt x="466725" y="228600"/>
                    </a:cubicBezTo>
                    <a:cubicBezTo>
                      <a:pt x="268288" y="233362"/>
                      <a:pt x="139700" y="95250"/>
                      <a:pt x="0" y="28575"/>
                    </a:cubicBezTo>
                  </a:path>
                </a:pathLst>
              </a:custGeom>
              <a:noFill/>
              <a:ln w="38100">
                <a:solidFill>
                  <a:srgbClr val="42434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</p:grp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7D6D5BE-D18E-7D57-BF57-B76217FD5885}"/>
                </a:ext>
              </a:extLst>
            </p:cNvPr>
            <p:cNvSpPr/>
            <p:nvPr/>
          </p:nvSpPr>
          <p:spPr>
            <a:xfrm>
              <a:off x="10753725" y="3686175"/>
              <a:ext cx="285750" cy="5285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E9F50AEB-E1B7-653F-10C3-F7F97FA37548}"/>
              </a:ext>
            </a:extLst>
          </p:cNvPr>
          <p:cNvSpPr txBox="1"/>
          <p:nvPr/>
        </p:nvSpPr>
        <p:spPr>
          <a:xfrm>
            <a:off x="7719513" y="1284115"/>
            <a:ext cx="32766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geometry is preliminary and should be </a:t>
            </a:r>
            <a:r>
              <a:rPr lang="en-US" b="1" dirty="0"/>
              <a:t>developed more after the optimization process</a:t>
            </a:r>
            <a:r>
              <a:rPr lang="en-US" dirty="0"/>
              <a:t>. A simpler geometry is easier for an optimizer to deal with.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Secondary flow paths should be routed for cooling.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Volute should be more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b="1" dirty="0"/>
          </a:p>
          <a:p>
            <a:endParaRPr lang="en-CA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35300A1-D429-D32A-CF4F-CDDF28DD5C01}"/>
              </a:ext>
            </a:extLst>
          </p:cNvPr>
          <p:cNvSpPr txBox="1"/>
          <p:nvPr/>
        </p:nvSpPr>
        <p:spPr>
          <a:xfrm>
            <a:off x="7728940" y="4369587"/>
            <a:ext cx="402491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b="1" dirty="0"/>
              <a:t>Casing design should be done after a fluid/solid domain </a:t>
            </a:r>
            <a:r>
              <a:rPr lang="en-CA" dirty="0"/>
              <a:t>has been finalized and then used in structural/NVH simulations. A mix of </a:t>
            </a:r>
            <a:r>
              <a:rPr lang="en-CA" dirty="0" err="1"/>
              <a:t>CFturbo</a:t>
            </a:r>
            <a:r>
              <a:rPr lang="en-CA" dirty="0"/>
              <a:t> and CAD can be used.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69E3A8-7EEF-843F-7F01-69109BE36FDE}"/>
              </a:ext>
            </a:extLst>
          </p:cNvPr>
          <p:cNvSpPr txBox="1"/>
          <p:nvPr/>
        </p:nvSpPr>
        <p:spPr>
          <a:xfrm>
            <a:off x="11414205" y="3791614"/>
            <a:ext cx="240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.</a:t>
            </a:r>
            <a:endParaRPr lang="en-CA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96D157C-D7E5-F8DA-E76B-43B3EED89536}"/>
              </a:ext>
            </a:extLst>
          </p:cNvPr>
          <p:cNvGrpSpPr>
            <a:grpSpLocks noChangeAspect="1"/>
          </p:cNvGrpSpPr>
          <p:nvPr/>
        </p:nvGrpSpPr>
        <p:grpSpPr>
          <a:xfrm>
            <a:off x="1313773" y="1173491"/>
            <a:ext cx="363306" cy="379515"/>
            <a:chOff x="4576634" y="777555"/>
            <a:chExt cx="5076413" cy="530289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9DF13EC-93D9-3145-7757-64527A46ACBA}"/>
                </a:ext>
              </a:extLst>
            </p:cNvPr>
            <p:cNvSpPr/>
            <p:nvPr/>
          </p:nvSpPr>
          <p:spPr>
            <a:xfrm>
              <a:off x="5175315" y="876299"/>
              <a:ext cx="2714920" cy="50908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" name="Isosceles Triangle 9">
              <a:extLst>
                <a:ext uri="{FF2B5EF4-FFF2-40B4-BE49-F238E27FC236}">
                  <a16:creationId xmlns:a16="http://schemas.microsoft.com/office/drawing/2014/main" id="{05898136-52D9-8E3E-0F9E-D5051C50A226}"/>
                </a:ext>
              </a:extLst>
            </p:cNvPr>
            <p:cNvSpPr/>
            <p:nvPr/>
          </p:nvSpPr>
          <p:spPr>
            <a:xfrm rot="5400000">
              <a:off x="8873385" y="4901931"/>
              <a:ext cx="904013" cy="491165"/>
            </a:xfrm>
            <a:prstGeom prst="triangle">
              <a:avLst>
                <a:gd name="adj" fmla="val 7299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1AD07FC7-C5EC-F491-9208-717AF258D7E7}"/>
                </a:ext>
              </a:extLst>
            </p:cNvPr>
            <p:cNvSpPr/>
            <p:nvPr/>
          </p:nvSpPr>
          <p:spPr>
            <a:xfrm rot="16200000" flipH="1">
              <a:off x="4477726" y="4901932"/>
              <a:ext cx="904013" cy="491165"/>
            </a:xfrm>
            <a:prstGeom prst="triangle">
              <a:avLst>
                <a:gd name="adj" fmla="val 7299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9F8E8F9-F32C-DEC9-022E-C39535B25F82}"/>
                </a:ext>
              </a:extLst>
            </p:cNvPr>
            <p:cNvSpPr/>
            <p:nvPr/>
          </p:nvSpPr>
          <p:spPr>
            <a:xfrm>
              <a:off x="6497820" y="1941921"/>
              <a:ext cx="2479250" cy="403467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pic>
          <p:nvPicPr>
            <p:cNvPr id="20" name="Picture 19" descr="Step File Format Icon 15828629 Vector Art at Vecteezy">
              <a:hlinkClick r:id="rId8"/>
              <a:extLst>
                <a:ext uri="{FF2B5EF4-FFF2-40B4-BE49-F238E27FC236}">
                  <a16:creationId xmlns:a16="http://schemas.microsoft.com/office/drawing/2014/main" id="{6F63A425-E2B3-D5CD-6F09-93395634472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>
            <a:xfrm>
              <a:off x="4576634" y="777555"/>
              <a:ext cx="5076413" cy="5302890"/>
            </a:xfrm>
            <a:prstGeom prst="rect">
              <a:avLst/>
            </a:prstGeom>
          </p:spPr>
        </p:pic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29C434FC-8950-0E0A-BAA4-39C63F2DC9E6}"/>
              </a:ext>
            </a:extLst>
          </p:cNvPr>
          <p:cNvSpPr txBox="1"/>
          <p:nvPr/>
        </p:nvSpPr>
        <p:spPr>
          <a:xfrm>
            <a:off x="1800521" y="987131"/>
            <a:ext cx="707010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1000" b="1" dirty="0"/>
              <a:t>See CAD here</a:t>
            </a:r>
          </a:p>
        </p:txBody>
      </p:sp>
      <p:cxnSp>
        <p:nvCxnSpPr>
          <p:cNvPr id="32" name="Connector: Curved 31">
            <a:extLst>
              <a:ext uri="{FF2B5EF4-FFF2-40B4-BE49-F238E27FC236}">
                <a16:creationId xmlns:a16="http://schemas.microsoft.com/office/drawing/2014/main" id="{F09E099C-7289-05E9-B1CA-73060F6A62D7}"/>
              </a:ext>
            </a:extLst>
          </p:cNvPr>
          <p:cNvCxnSpPr>
            <a:endCxn id="20" idx="0"/>
          </p:cNvCxnSpPr>
          <p:nvPr/>
        </p:nvCxnSpPr>
        <p:spPr>
          <a:xfrm rot="10800000">
            <a:off x="1495426" y="1173491"/>
            <a:ext cx="305094" cy="12700"/>
          </a:xfrm>
          <a:prstGeom prst="curvedConnector4">
            <a:avLst>
              <a:gd name="adj1" fmla="val 26410"/>
              <a:gd name="adj2" fmla="val 526803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5617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1D840-E397-9423-1F90-A4F569E46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249FF13-75E6-44C0-34BD-96F939D63F0D}"/>
              </a:ext>
            </a:extLst>
          </p:cNvPr>
          <p:cNvSpPr/>
          <p:nvPr/>
        </p:nvSpPr>
        <p:spPr>
          <a:xfrm>
            <a:off x="348792" y="1025174"/>
            <a:ext cx="7220932" cy="5234582"/>
          </a:xfrm>
          <a:prstGeom prst="roundRect">
            <a:avLst/>
          </a:prstGeom>
          <a:solidFill>
            <a:srgbClr val="FFD682"/>
          </a:solidFill>
          <a:ln w="571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916279F0-0BF7-540A-AB7C-FE2F51E4F7BA}"/>
              </a:ext>
            </a:extLst>
          </p:cNvPr>
          <p:cNvCxnSpPr>
            <a:cxnSpLocks/>
          </p:cNvCxnSpPr>
          <p:nvPr/>
        </p:nvCxnSpPr>
        <p:spPr>
          <a:xfrm>
            <a:off x="2391868" y="1523413"/>
            <a:ext cx="4213113" cy="3062457"/>
          </a:xfrm>
          <a:prstGeom prst="bentConnector3">
            <a:avLst>
              <a:gd name="adj1" fmla="val 110572"/>
            </a:avLst>
          </a:prstGeom>
          <a:ln w="285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532155D-D2E7-E38A-3704-965D292EE4F4}"/>
              </a:ext>
            </a:extLst>
          </p:cNvPr>
          <p:cNvCxnSpPr>
            <a:cxnSpLocks/>
          </p:cNvCxnSpPr>
          <p:nvPr/>
        </p:nvCxnSpPr>
        <p:spPr>
          <a:xfrm flipV="1">
            <a:off x="6551173" y="1867984"/>
            <a:ext cx="1546423" cy="1373549"/>
          </a:xfrm>
          <a:prstGeom prst="straightConnector1">
            <a:avLst/>
          </a:prstGeom>
          <a:ln w="38100">
            <a:solidFill>
              <a:srgbClr val="FFB71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9EAF18E-923C-79AF-80FE-D7C1A481A460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6586127" y="4734746"/>
            <a:ext cx="1485780" cy="488799"/>
          </a:xfrm>
          <a:prstGeom prst="straightConnector1">
            <a:avLst/>
          </a:prstGeom>
          <a:ln w="38100">
            <a:solidFill>
              <a:srgbClr val="FFB71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BEBDE9FD-7393-4783-41CC-58D965EDFD97}"/>
              </a:ext>
            </a:extLst>
          </p:cNvPr>
          <p:cNvSpPr/>
          <p:nvPr/>
        </p:nvSpPr>
        <p:spPr>
          <a:xfrm>
            <a:off x="1725014" y="1192693"/>
            <a:ext cx="648000" cy="661439"/>
          </a:xfrm>
          <a:prstGeom prst="roundRect">
            <a:avLst>
              <a:gd name="adj" fmla="val 665"/>
            </a:avLst>
          </a:prstGeom>
          <a:solidFill>
            <a:schemeClr val="bg1">
              <a:lumMod val="95000"/>
            </a:schemeClr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392" name="Group 391">
            <a:extLst>
              <a:ext uri="{FF2B5EF4-FFF2-40B4-BE49-F238E27FC236}">
                <a16:creationId xmlns:a16="http://schemas.microsoft.com/office/drawing/2014/main" id="{BD9AC801-F512-9DA6-AF87-E294CF4C4DEF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0770010" y="-117399"/>
            <a:ext cx="1453570" cy="6975400"/>
            <a:chOff x="10770010" y="-117399"/>
            <a:chExt cx="1453570" cy="6975400"/>
          </a:xfrm>
        </p:grpSpPr>
        <p:sp>
          <p:nvSpPr>
            <p:cNvPr id="365" name="Oval 364">
              <a:extLst>
                <a:ext uri="{FF2B5EF4-FFF2-40B4-BE49-F238E27FC236}">
                  <a16:creationId xmlns:a16="http://schemas.microsoft.com/office/drawing/2014/main" id="{C154F1DA-0773-7385-A5A9-294F7A6E524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38907" y="295017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D514F2E-12E2-1D05-3C34-14FFF53DFDB8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866728">
              <a:off x="10770010" y="-117399"/>
              <a:ext cx="1163816" cy="2147195"/>
            </a:xfrm>
            <a:prstGeom prst="rect">
              <a:avLst/>
            </a:prstGeom>
          </p:spPr>
        </p:pic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0DE2A08C-56E8-2874-4BC7-CF82A77589A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87200" y="178860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936CA9C7-08DA-3F72-CCA3-C735C8688FA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32167" y="18563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5B3EA6B4-54E9-2B85-B746-F4F4B2B7861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23200" y="18923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53F39A7B-9C0D-9BA3-680B-079B6DD7094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41134" y="18743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8F38EBCC-0331-F9E4-3082-5F339E151A9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14167" y="19564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E9947941-3389-2F16-B459-8BA01F0B7B6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87552" y="182492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B64CE56C-E63E-7536-CC78-B301191B467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98619" y="19564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309BE48D-E229-3838-A531-CFA2640E86D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23552" y="19381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11413BFB-7636-B9A8-1EC9-6077866F7DD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29715" y="199882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8E0221A4-65AA-AD8D-B87A-66A6836AFB3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64671" y="205145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F5D8F38D-A70A-A30D-284C-C5922D98A6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82671" y="18743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4B8C2DA1-DDF9-D500-0FA9-33A646E2677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27950" y="206690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6F967240-05A7-C584-82E3-451E1E8F40C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47657" y="198082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7453F6AC-A963-0069-F989-8A66B18B6F1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91590" y="206690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E1153D33-8207-879A-CBFF-A0B49DA81EC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69552" y="210290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878A95A2-4532-AB21-7B0B-93CDEC08161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77134" y="215932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71504918-2649-DAA6-06AF-2F40D6CA4A0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26620" y="227931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046CA136-6BA9-BA6C-7C4A-FC7E9EB44EC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41200" y="240581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DAE7DCCB-B0D8-8C5E-1A0D-6B2717BC74B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89232" y="234549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94E71E44-5914-BE05-DB8A-7FEE8DBB8E3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87200" y="21751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145A7AD5-C362-74A7-0B63-DF04B114022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23552" y="22185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2752A2B0-E68A-5033-A19D-022A19CAFA6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17934" y="215032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6370E929-BEF4-B14E-A422-DF4064C5E3D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90103" y="226974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57CDD360-CA30-9B35-7014-79A0ECA67A0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80619" y="21931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0E6CC022-D6C2-2C13-B247-A7AF668F763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11657" y="227931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F89DAE77-5F44-1543-B32C-B723428D76D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41552" y="236092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39D2565A-D1CB-9A33-6B16-22D7BA26108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26103" y="239692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6F740BB9-9810-6057-48FA-1DDF37A2BFA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33077" y="244181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97B877F5-B469-0E6F-09CB-AB4F11E00B3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52858" y="247973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918B07ED-2F9F-A489-06C0-0C629CB027C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83995" y="254699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6FEE11FC-3E1B-2DE0-3B8B-FA899AEABCB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43301" y="25543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E3D3336A-5B7F-5AAF-CD59-F16FC101B7F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47795" y="26676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77B69634-0FC5-0EEC-7B1B-228352BD2D9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65995" y="268861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0ED69908-EB0F-5944-B96E-9D1CBB6DC86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98213" y="26856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E93466E9-38E7-6C3E-006A-ED00AB7451D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45351" y="26496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8951A443-9B19-9DDC-99C6-9AB9637A988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48825" y="252062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924E0FC3-744A-603C-3586-8E87E94505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26132" y="272795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2B8D9C84-ED78-EC89-1804-175F1F0BEE4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50147" y="292445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ADB22FF9-BE08-C07A-A58B-A88E3193923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71085" y="295017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E3849FEC-FAC3-418B-8F5D-F1595EF2B7B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19995" y="281792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DA380E76-6789-49F2-5851-EB67540F56F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00671" y="286342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E3DC59D6-A282-AE90-EB6A-665EAA9339C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72103" y="277249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0CCD1B62-7656-8B86-06CA-750280AF48E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14112" y="31265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4D2F0544-F7C7-2491-DF1F-FB25BA8EA74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62144" y="306626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5C2562B1-4500-901C-FA22-48AC961FCC8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14464" y="308169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3A85D7C6-EF20-C800-31B0-D048BC57B60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99015" y="311769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9761F3E9-247D-77C6-72E9-8D31EC5898C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05989" y="31625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BE02AC93-5CEB-92E0-F149-AED726E1DDA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25770" y="320050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EC7AEC63-2DA7-B27D-7D26-252DB1391F3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56907" y="326777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ABB06D4B-C12E-E853-E76C-03F84F75C7B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16213" y="327510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9AB69599-F546-E8E0-BC00-FDEFFD5F9F1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20707" y="338846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4BDA3F5B-B1D5-CA54-1167-E86B3560C26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38907" y="340938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34DB14D0-CD72-0FF7-14F6-CABEC68141E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71125" y="340646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146B38A1-218E-2D96-CFA3-68E73DB38FA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18263" y="337046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E1EB53DF-2920-470C-0812-4946E70FEE3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21737" y="324140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36AED9AC-A6E5-60C7-9881-A2CFA88D8F9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9008305">
              <a:off x="11616136" y="346581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84D956B2-CFD6-1E49-F1B1-F073D0FD4AF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23059" y="364522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5F77D38F-C67C-5940-CC1D-199EDDE7536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43997" y="367094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469B978D-5839-88BB-B67D-59E1A3B9477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92907" y="353870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894F8A59-C8FF-CDF0-B8E4-2D3C00B64F8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73583" y="358420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9C23651D-640F-B3F3-878F-A72F073C249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45015" y="349327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B615FE70-511D-2D97-1415-43777D3D329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15047" y="39382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03035788-1107-A031-3617-B6BE6C425FA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63079" y="387797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14B8851E-48BC-8396-3478-0C5B4657F0E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15399" y="389340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7127E4F5-A1FC-7597-F54A-0F11B511453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99950" y="392940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CDC9346A-D673-6752-2ECC-74AA424F22C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26705" y="401221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B199A393-1729-9C94-5EA7-F2B1A5461CB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57842" y="407947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0D391B39-929D-CEAF-1FB5-36038F880D0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17148" y="408681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1" name="Oval 220">
              <a:extLst>
                <a:ext uri="{FF2B5EF4-FFF2-40B4-BE49-F238E27FC236}">
                  <a16:creationId xmlns:a16="http://schemas.microsoft.com/office/drawing/2014/main" id="{9D8FE4AF-E1A0-2852-57AC-4EB927D47B6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39842" y="422109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3" name="Oval 222">
              <a:extLst>
                <a:ext uri="{FF2B5EF4-FFF2-40B4-BE49-F238E27FC236}">
                  <a16:creationId xmlns:a16="http://schemas.microsoft.com/office/drawing/2014/main" id="{951191E6-BE38-6B78-EFB4-F94469BC688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72060" y="421816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5" name="Oval 224">
              <a:extLst>
                <a:ext uri="{FF2B5EF4-FFF2-40B4-BE49-F238E27FC236}">
                  <a16:creationId xmlns:a16="http://schemas.microsoft.com/office/drawing/2014/main" id="{F9B017B9-37AF-F3CB-5F56-1DD444829A4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19198" y="418216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7" name="Oval 226">
              <a:extLst>
                <a:ext uri="{FF2B5EF4-FFF2-40B4-BE49-F238E27FC236}">
                  <a16:creationId xmlns:a16="http://schemas.microsoft.com/office/drawing/2014/main" id="{2F0A0C2E-2DDB-202D-E081-83736752EB0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22672" y="405310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9" name="Oval 228">
              <a:extLst>
                <a:ext uri="{FF2B5EF4-FFF2-40B4-BE49-F238E27FC236}">
                  <a16:creationId xmlns:a16="http://schemas.microsoft.com/office/drawing/2014/main" id="{EE5D5259-2C61-C42D-FD54-4AB3E7A9F32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82887" y="426897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31" name="Oval 230">
              <a:extLst>
                <a:ext uri="{FF2B5EF4-FFF2-40B4-BE49-F238E27FC236}">
                  <a16:creationId xmlns:a16="http://schemas.microsoft.com/office/drawing/2014/main" id="{032584F7-72DE-9F15-AB2D-EFC6C829D24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23994" y="445692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33" name="Oval 232">
              <a:extLst>
                <a:ext uri="{FF2B5EF4-FFF2-40B4-BE49-F238E27FC236}">
                  <a16:creationId xmlns:a16="http://schemas.microsoft.com/office/drawing/2014/main" id="{D7F696EC-4B05-7D0D-BFC7-D0B3771B13A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44932" y="448265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35" name="Oval 234">
              <a:extLst>
                <a:ext uri="{FF2B5EF4-FFF2-40B4-BE49-F238E27FC236}">
                  <a16:creationId xmlns:a16="http://schemas.microsoft.com/office/drawing/2014/main" id="{6EE64740-8375-3B64-4B10-107A95D22B2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93842" y="435040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37" name="Oval 236">
              <a:extLst>
                <a:ext uri="{FF2B5EF4-FFF2-40B4-BE49-F238E27FC236}">
                  <a16:creationId xmlns:a16="http://schemas.microsoft.com/office/drawing/2014/main" id="{07FBA865-A38F-0030-8535-B82F95A74A1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57426" y="437026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39" name="Oval 238">
              <a:extLst>
                <a:ext uri="{FF2B5EF4-FFF2-40B4-BE49-F238E27FC236}">
                  <a16:creationId xmlns:a16="http://schemas.microsoft.com/office/drawing/2014/main" id="{1C9FF9BC-2CE3-2651-E982-DA46A2CF6C1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45950" y="430497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0" name="Oval 239">
              <a:extLst>
                <a:ext uri="{FF2B5EF4-FFF2-40B4-BE49-F238E27FC236}">
                  <a16:creationId xmlns:a16="http://schemas.microsoft.com/office/drawing/2014/main" id="{4FD5DE20-7112-40D6-4070-F81AD374044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63950" y="37916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1" name="Oval 240">
              <a:extLst>
                <a:ext uri="{FF2B5EF4-FFF2-40B4-BE49-F238E27FC236}">
                  <a16:creationId xmlns:a16="http://schemas.microsoft.com/office/drawing/2014/main" id="{7231988E-9BDE-348F-FE77-EACF8DD0E6B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47375" y="37559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2" name="Oval 241">
              <a:extLst>
                <a:ext uri="{FF2B5EF4-FFF2-40B4-BE49-F238E27FC236}">
                  <a16:creationId xmlns:a16="http://schemas.microsoft.com/office/drawing/2014/main" id="{72008180-8DC3-2EE9-EDF6-2E3253A45FF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38887" y="290913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3" name="Oval 242">
              <a:extLst>
                <a:ext uri="{FF2B5EF4-FFF2-40B4-BE49-F238E27FC236}">
                  <a16:creationId xmlns:a16="http://schemas.microsoft.com/office/drawing/2014/main" id="{CA1947A6-E6E4-FF81-6FF9-BFEDE88F259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25805" y="37359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4" name="Oval 243">
              <a:extLst>
                <a:ext uri="{FF2B5EF4-FFF2-40B4-BE49-F238E27FC236}">
                  <a16:creationId xmlns:a16="http://schemas.microsoft.com/office/drawing/2014/main" id="{BBBCB2A5-FBA0-FB06-E6F9-5607EA3A4A6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14464" y="380247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6" name="Oval 245">
              <a:extLst>
                <a:ext uri="{FF2B5EF4-FFF2-40B4-BE49-F238E27FC236}">
                  <a16:creationId xmlns:a16="http://schemas.microsoft.com/office/drawing/2014/main" id="{65FE145C-02B7-2CAE-75DB-2721CD4E5EE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19374" y="463455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8" name="Oval 247">
              <a:extLst>
                <a:ext uri="{FF2B5EF4-FFF2-40B4-BE49-F238E27FC236}">
                  <a16:creationId xmlns:a16="http://schemas.microsoft.com/office/drawing/2014/main" id="{648E4E2E-453A-C248-E8FD-84EE8FA46A4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67406" y="457423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50" name="Oval 249">
              <a:extLst>
                <a:ext uri="{FF2B5EF4-FFF2-40B4-BE49-F238E27FC236}">
                  <a16:creationId xmlns:a16="http://schemas.microsoft.com/office/drawing/2014/main" id="{23D61733-41EB-2E3F-8BC9-200A55BD0BE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19726" y="458966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52" name="Oval 251">
              <a:extLst>
                <a:ext uri="{FF2B5EF4-FFF2-40B4-BE49-F238E27FC236}">
                  <a16:creationId xmlns:a16="http://schemas.microsoft.com/office/drawing/2014/main" id="{DE8C6C85-192A-6AB7-A5CD-434ED960035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04277" y="462566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56" name="Oval 255">
              <a:extLst>
                <a:ext uri="{FF2B5EF4-FFF2-40B4-BE49-F238E27FC236}">
                  <a16:creationId xmlns:a16="http://schemas.microsoft.com/office/drawing/2014/main" id="{0629A06A-FD40-FE4E-1581-226580445CB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31032" y="470847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58" name="Oval 257">
              <a:extLst>
                <a:ext uri="{FF2B5EF4-FFF2-40B4-BE49-F238E27FC236}">
                  <a16:creationId xmlns:a16="http://schemas.microsoft.com/office/drawing/2014/main" id="{178FBC8B-4FB0-2670-13B0-630656D434D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62169" y="477574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60" name="Oval 259">
              <a:extLst>
                <a:ext uri="{FF2B5EF4-FFF2-40B4-BE49-F238E27FC236}">
                  <a16:creationId xmlns:a16="http://schemas.microsoft.com/office/drawing/2014/main" id="{ACBC1A92-25BE-6EEC-64F7-671EF362955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21475" y="478307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64" name="Oval 263">
              <a:extLst>
                <a:ext uri="{FF2B5EF4-FFF2-40B4-BE49-F238E27FC236}">
                  <a16:creationId xmlns:a16="http://schemas.microsoft.com/office/drawing/2014/main" id="{E9E8229D-1BB2-C857-499A-3EB28311406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44169" y="491735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66" name="Oval 265">
              <a:extLst>
                <a:ext uri="{FF2B5EF4-FFF2-40B4-BE49-F238E27FC236}">
                  <a16:creationId xmlns:a16="http://schemas.microsoft.com/office/drawing/2014/main" id="{F5E2EB4A-E5A9-A267-2637-56DDD61928B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76387" y="491443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68" name="Oval 267">
              <a:extLst>
                <a:ext uri="{FF2B5EF4-FFF2-40B4-BE49-F238E27FC236}">
                  <a16:creationId xmlns:a16="http://schemas.microsoft.com/office/drawing/2014/main" id="{700D4159-4069-4C58-0675-9EF87D0C435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23525" y="487843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70" name="Oval 269">
              <a:extLst>
                <a:ext uri="{FF2B5EF4-FFF2-40B4-BE49-F238E27FC236}">
                  <a16:creationId xmlns:a16="http://schemas.microsoft.com/office/drawing/2014/main" id="{B1102393-0C91-A158-0543-18DD8DDC830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26999" y="474937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72" name="Oval 271">
              <a:extLst>
                <a:ext uri="{FF2B5EF4-FFF2-40B4-BE49-F238E27FC236}">
                  <a16:creationId xmlns:a16="http://schemas.microsoft.com/office/drawing/2014/main" id="{EFB6BAF7-5379-31CC-2239-9A5C1E9C2CC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87214" y="496524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74" name="Oval 273">
              <a:extLst>
                <a:ext uri="{FF2B5EF4-FFF2-40B4-BE49-F238E27FC236}">
                  <a16:creationId xmlns:a16="http://schemas.microsoft.com/office/drawing/2014/main" id="{B273162A-B945-79D8-6947-D2233FBE017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28321" y="515319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76" name="Oval 275">
              <a:extLst>
                <a:ext uri="{FF2B5EF4-FFF2-40B4-BE49-F238E27FC236}">
                  <a16:creationId xmlns:a16="http://schemas.microsoft.com/office/drawing/2014/main" id="{038B121D-EE69-3904-1A43-C397C91032A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49259" y="517892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78" name="Oval 277">
              <a:extLst>
                <a:ext uri="{FF2B5EF4-FFF2-40B4-BE49-F238E27FC236}">
                  <a16:creationId xmlns:a16="http://schemas.microsoft.com/office/drawing/2014/main" id="{EA14381E-D687-381C-2801-E6ED6503DF5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98169" y="504667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80" name="Oval 279">
              <a:extLst>
                <a:ext uri="{FF2B5EF4-FFF2-40B4-BE49-F238E27FC236}">
                  <a16:creationId xmlns:a16="http://schemas.microsoft.com/office/drawing/2014/main" id="{0A03CF7A-07B9-3EB0-3BBB-0ADF03DDC42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78845" y="509217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82" name="Oval 281">
              <a:extLst>
                <a:ext uri="{FF2B5EF4-FFF2-40B4-BE49-F238E27FC236}">
                  <a16:creationId xmlns:a16="http://schemas.microsoft.com/office/drawing/2014/main" id="{DF01002E-E6A2-C815-3763-EFC250660D2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50277" y="500124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84" name="Oval 283">
              <a:extLst>
                <a:ext uri="{FF2B5EF4-FFF2-40B4-BE49-F238E27FC236}">
                  <a16:creationId xmlns:a16="http://schemas.microsoft.com/office/drawing/2014/main" id="{A3439622-A24B-5B99-85D4-7A3E2B5B6FB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75667" y="535204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86" name="Oval 285">
              <a:extLst>
                <a:ext uri="{FF2B5EF4-FFF2-40B4-BE49-F238E27FC236}">
                  <a16:creationId xmlns:a16="http://schemas.microsoft.com/office/drawing/2014/main" id="{F82E6591-E73D-7A45-C772-9DDFB87906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23699" y="529172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88" name="Oval 287">
              <a:extLst>
                <a:ext uri="{FF2B5EF4-FFF2-40B4-BE49-F238E27FC236}">
                  <a16:creationId xmlns:a16="http://schemas.microsoft.com/office/drawing/2014/main" id="{7A472652-1DBC-1420-AFF0-BBFA2103F89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76019" y="530715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90" name="Oval 289">
              <a:extLst>
                <a:ext uri="{FF2B5EF4-FFF2-40B4-BE49-F238E27FC236}">
                  <a16:creationId xmlns:a16="http://schemas.microsoft.com/office/drawing/2014/main" id="{194CECB3-974E-E9A7-6BA8-94E3FF1C478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60570" y="534315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92" name="Oval 291">
              <a:extLst>
                <a:ext uri="{FF2B5EF4-FFF2-40B4-BE49-F238E27FC236}">
                  <a16:creationId xmlns:a16="http://schemas.microsoft.com/office/drawing/2014/main" id="{D23AE2EC-1838-24D0-9473-CF553ABED7C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67544" y="538804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94" name="Oval 293">
              <a:extLst>
                <a:ext uri="{FF2B5EF4-FFF2-40B4-BE49-F238E27FC236}">
                  <a16:creationId xmlns:a16="http://schemas.microsoft.com/office/drawing/2014/main" id="{A51CA7E9-3370-A6F1-A471-4DBA0ADCBA4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87325" y="542596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96" name="Oval 295">
              <a:extLst>
                <a:ext uri="{FF2B5EF4-FFF2-40B4-BE49-F238E27FC236}">
                  <a16:creationId xmlns:a16="http://schemas.microsoft.com/office/drawing/2014/main" id="{75C2F2A1-034A-0BC0-0455-A0C1E15A886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18462" y="549322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98" name="Oval 297">
              <a:extLst>
                <a:ext uri="{FF2B5EF4-FFF2-40B4-BE49-F238E27FC236}">
                  <a16:creationId xmlns:a16="http://schemas.microsoft.com/office/drawing/2014/main" id="{606CF8F8-D336-66DC-2B41-B429972887D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77768" y="550056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00" name="Oval 299">
              <a:extLst>
                <a:ext uri="{FF2B5EF4-FFF2-40B4-BE49-F238E27FC236}">
                  <a16:creationId xmlns:a16="http://schemas.microsoft.com/office/drawing/2014/main" id="{D2033139-E84B-09B1-4829-67973681EB9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82262" y="561391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02" name="Oval 301">
              <a:extLst>
                <a:ext uri="{FF2B5EF4-FFF2-40B4-BE49-F238E27FC236}">
                  <a16:creationId xmlns:a16="http://schemas.microsoft.com/office/drawing/2014/main" id="{CF76C923-C826-5C5A-CE13-7001A9E8734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00462" y="563484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04" name="Oval 303">
              <a:extLst>
                <a:ext uri="{FF2B5EF4-FFF2-40B4-BE49-F238E27FC236}">
                  <a16:creationId xmlns:a16="http://schemas.microsoft.com/office/drawing/2014/main" id="{AF98D373-ACE5-5055-6FA7-F4F226686C9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32680" y="563191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06" name="Oval 305">
              <a:extLst>
                <a:ext uri="{FF2B5EF4-FFF2-40B4-BE49-F238E27FC236}">
                  <a16:creationId xmlns:a16="http://schemas.microsoft.com/office/drawing/2014/main" id="{5AF81D93-04A0-5BE1-764B-BFF90F75F84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79818" y="559591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08" name="Oval 307">
              <a:extLst>
                <a:ext uri="{FF2B5EF4-FFF2-40B4-BE49-F238E27FC236}">
                  <a16:creationId xmlns:a16="http://schemas.microsoft.com/office/drawing/2014/main" id="{8D116119-7188-534D-56A5-ED76E2BC8C5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83292" y="546685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0" name="Oval 309">
              <a:extLst>
                <a:ext uri="{FF2B5EF4-FFF2-40B4-BE49-F238E27FC236}">
                  <a16:creationId xmlns:a16="http://schemas.microsoft.com/office/drawing/2014/main" id="{0794A7C2-B0B0-9016-1DB6-EDF0F22274B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04733" y="575109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2" name="Oval 311">
              <a:extLst>
                <a:ext uri="{FF2B5EF4-FFF2-40B4-BE49-F238E27FC236}">
                  <a16:creationId xmlns:a16="http://schemas.microsoft.com/office/drawing/2014/main" id="{4F834097-83C4-FB7E-0127-1C32879E822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84614" y="587068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4" name="Oval 313">
              <a:extLst>
                <a:ext uri="{FF2B5EF4-FFF2-40B4-BE49-F238E27FC236}">
                  <a16:creationId xmlns:a16="http://schemas.microsoft.com/office/drawing/2014/main" id="{9371124F-D0E3-086A-7842-01B1FDF195F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05552" y="589640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6" name="Oval 315">
              <a:extLst>
                <a:ext uri="{FF2B5EF4-FFF2-40B4-BE49-F238E27FC236}">
                  <a16:creationId xmlns:a16="http://schemas.microsoft.com/office/drawing/2014/main" id="{4498EE12-2D9D-2A5E-7E70-15E92510799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54462" y="576415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8" name="Oval 317">
              <a:extLst>
                <a:ext uri="{FF2B5EF4-FFF2-40B4-BE49-F238E27FC236}">
                  <a16:creationId xmlns:a16="http://schemas.microsoft.com/office/drawing/2014/main" id="{B8081D8F-4C1E-C1E6-6E1E-34BAC1EDFC0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35138" y="580965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20" name="Oval 319">
              <a:extLst>
                <a:ext uri="{FF2B5EF4-FFF2-40B4-BE49-F238E27FC236}">
                  <a16:creationId xmlns:a16="http://schemas.microsoft.com/office/drawing/2014/main" id="{D1F5FAA9-A8E2-945D-9D2C-18C5F0D2412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06570" y="571872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22" name="Oval 321">
              <a:extLst>
                <a:ext uri="{FF2B5EF4-FFF2-40B4-BE49-F238E27FC236}">
                  <a16:creationId xmlns:a16="http://schemas.microsoft.com/office/drawing/2014/main" id="{C75E95E4-923B-C231-A514-D8EEE87D67D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80985" y="611995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24" name="Oval 323">
              <a:extLst>
                <a:ext uri="{FF2B5EF4-FFF2-40B4-BE49-F238E27FC236}">
                  <a16:creationId xmlns:a16="http://schemas.microsoft.com/office/drawing/2014/main" id="{110C3854-18D4-07CC-CACE-79C91F5AF6D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29017" y="605963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26" name="Oval 325">
              <a:extLst>
                <a:ext uri="{FF2B5EF4-FFF2-40B4-BE49-F238E27FC236}">
                  <a16:creationId xmlns:a16="http://schemas.microsoft.com/office/drawing/2014/main" id="{E08EA54E-0FA3-B098-5DDB-7E106173016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81337" y="607506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28" name="Oval 327">
              <a:extLst>
                <a:ext uri="{FF2B5EF4-FFF2-40B4-BE49-F238E27FC236}">
                  <a16:creationId xmlns:a16="http://schemas.microsoft.com/office/drawing/2014/main" id="{F924B846-AEFD-785E-A4A3-AEDF43B2990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65888" y="611106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30" name="Oval 329">
              <a:extLst>
                <a:ext uri="{FF2B5EF4-FFF2-40B4-BE49-F238E27FC236}">
                  <a16:creationId xmlns:a16="http://schemas.microsoft.com/office/drawing/2014/main" id="{DD4F10E7-A9FB-CA14-7096-5083EDA8F0F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72862" y="615595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32" name="Oval 331">
              <a:extLst>
                <a:ext uri="{FF2B5EF4-FFF2-40B4-BE49-F238E27FC236}">
                  <a16:creationId xmlns:a16="http://schemas.microsoft.com/office/drawing/2014/main" id="{6529F693-C6AA-3CF1-4197-F2C9DB5C715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92643" y="619387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34" name="Oval 333">
              <a:extLst>
                <a:ext uri="{FF2B5EF4-FFF2-40B4-BE49-F238E27FC236}">
                  <a16:creationId xmlns:a16="http://schemas.microsoft.com/office/drawing/2014/main" id="{F03D9627-FD0F-99D0-79E7-9325097C9C5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23780" y="626114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36" name="Oval 335">
              <a:extLst>
                <a:ext uri="{FF2B5EF4-FFF2-40B4-BE49-F238E27FC236}">
                  <a16:creationId xmlns:a16="http://schemas.microsoft.com/office/drawing/2014/main" id="{437821EB-FF98-E66F-ECCB-EA5B59F0A50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83086" y="626848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38" name="Oval 337">
              <a:extLst>
                <a:ext uri="{FF2B5EF4-FFF2-40B4-BE49-F238E27FC236}">
                  <a16:creationId xmlns:a16="http://schemas.microsoft.com/office/drawing/2014/main" id="{D42BD9DE-62A7-37C9-7B79-0ECE1A852CD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87580" y="638183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40" name="Oval 339">
              <a:extLst>
                <a:ext uri="{FF2B5EF4-FFF2-40B4-BE49-F238E27FC236}">
                  <a16:creationId xmlns:a16="http://schemas.microsoft.com/office/drawing/2014/main" id="{FC1F6AFB-5221-A961-CB9A-CB8C272B423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05780" y="640275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42" name="Oval 341">
              <a:extLst>
                <a:ext uri="{FF2B5EF4-FFF2-40B4-BE49-F238E27FC236}">
                  <a16:creationId xmlns:a16="http://schemas.microsoft.com/office/drawing/2014/main" id="{72368706-2065-BDBE-1BC7-EC0FA1A4B85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37998" y="639983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44" name="Oval 343">
              <a:extLst>
                <a:ext uri="{FF2B5EF4-FFF2-40B4-BE49-F238E27FC236}">
                  <a16:creationId xmlns:a16="http://schemas.microsoft.com/office/drawing/2014/main" id="{D14273E9-C45C-D7E8-D253-AB03D1676A7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85136" y="636383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46" name="Oval 345">
              <a:extLst>
                <a:ext uri="{FF2B5EF4-FFF2-40B4-BE49-F238E27FC236}">
                  <a16:creationId xmlns:a16="http://schemas.microsoft.com/office/drawing/2014/main" id="{DA157CDE-B369-762F-94E4-6B6AF6347EE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88610" y="623477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48" name="Oval 347">
              <a:extLst>
                <a:ext uri="{FF2B5EF4-FFF2-40B4-BE49-F238E27FC236}">
                  <a16:creationId xmlns:a16="http://schemas.microsoft.com/office/drawing/2014/main" id="{26724FC7-A6E4-A042-4ECD-695BA09F8D7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48825" y="645064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50" name="Oval 349">
              <a:extLst>
                <a:ext uri="{FF2B5EF4-FFF2-40B4-BE49-F238E27FC236}">
                  <a16:creationId xmlns:a16="http://schemas.microsoft.com/office/drawing/2014/main" id="{BBD7FF52-B916-11E0-46CD-621379ACAF6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89932" y="663859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52" name="Oval 351">
              <a:extLst>
                <a:ext uri="{FF2B5EF4-FFF2-40B4-BE49-F238E27FC236}">
                  <a16:creationId xmlns:a16="http://schemas.microsoft.com/office/drawing/2014/main" id="{DA026B54-3B74-1677-4F3C-2A99AE2875C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10870" y="666432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54" name="Oval 353">
              <a:extLst>
                <a:ext uri="{FF2B5EF4-FFF2-40B4-BE49-F238E27FC236}">
                  <a16:creationId xmlns:a16="http://schemas.microsoft.com/office/drawing/2014/main" id="{9EAFD4B0-FDB8-43A0-4837-986C29146F8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59780" y="653207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56" name="Oval 355">
              <a:extLst>
                <a:ext uri="{FF2B5EF4-FFF2-40B4-BE49-F238E27FC236}">
                  <a16:creationId xmlns:a16="http://schemas.microsoft.com/office/drawing/2014/main" id="{032E1B82-8F2A-F868-EFC1-5BF451E34E6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40456" y="657757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58" name="Oval 357">
              <a:extLst>
                <a:ext uri="{FF2B5EF4-FFF2-40B4-BE49-F238E27FC236}">
                  <a16:creationId xmlns:a16="http://schemas.microsoft.com/office/drawing/2014/main" id="{7A78437A-E4F4-7CE4-7AF1-8DC142A37B0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11888" y="648664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59" name="Oval 358">
              <a:extLst>
                <a:ext uri="{FF2B5EF4-FFF2-40B4-BE49-F238E27FC236}">
                  <a16:creationId xmlns:a16="http://schemas.microsoft.com/office/drawing/2014/main" id="{0D9908D7-2C1D-9E99-DE9A-A0F038332AC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74907" y="673972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0" name="Oval 359">
              <a:extLst>
                <a:ext uri="{FF2B5EF4-FFF2-40B4-BE49-F238E27FC236}">
                  <a16:creationId xmlns:a16="http://schemas.microsoft.com/office/drawing/2014/main" id="{933D7349-F264-B368-14EE-9744163224B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87989" y="674684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1" name="Oval 360">
              <a:extLst>
                <a:ext uri="{FF2B5EF4-FFF2-40B4-BE49-F238E27FC236}">
                  <a16:creationId xmlns:a16="http://schemas.microsoft.com/office/drawing/2014/main" id="{C5F80692-C24E-D531-3DFB-43DA9F1E676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03409" y="671978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2" name="Oval 361">
              <a:extLst>
                <a:ext uri="{FF2B5EF4-FFF2-40B4-BE49-F238E27FC236}">
                  <a16:creationId xmlns:a16="http://schemas.microsoft.com/office/drawing/2014/main" id="{8EE37E17-437A-5A47-4467-495F993813F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14132" y="444884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3" name="Oval 362">
              <a:extLst>
                <a:ext uri="{FF2B5EF4-FFF2-40B4-BE49-F238E27FC236}">
                  <a16:creationId xmlns:a16="http://schemas.microsoft.com/office/drawing/2014/main" id="{AA426675-6D0C-BC06-FD6B-FFF4AE9F344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39683" y="30079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6" name="Oval 365">
              <a:extLst>
                <a:ext uri="{FF2B5EF4-FFF2-40B4-BE49-F238E27FC236}">
                  <a16:creationId xmlns:a16="http://schemas.microsoft.com/office/drawing/2014/main" id="{F89B605C-681C-D5AF-9A91-8D82619A84C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51552" y="174070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8" name="Oval 367">
              <a:extLst>
                <a:ext uri="{FF2B5EF4-FFF2-40B4-BE49-F238E27FC236}">
                  <a16:creationId xmlns:a16="http://schemas.microsoft.com/office/drawing/2014/main" id="{C42DDE02-9EC4-8434-ECFA-3A0095AF228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88826" y="176882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370" name="Oval 369">
              <a:extLst>
                <a:ext uri="{FF2B5EF4-FFF2-40B4-BE49-F238E27FC236}">
                  <a16:creationId xmlns:a16="http://schemas.microsoft.com/office/drawing/2014/main" id="{7F0BCAC0-CE9C-16B4-3F5E-E171E4AFB3D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84377" y="184657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1" name="Oval 370">
              <a:extLst>
                <a:ext uri="{FF2B5EF4-FFF2-40B4-BE49-F238E27FC236}">
                  <a16:creationId xmlns:a16="http://schemas.microsoft.com/office/drawing/2014/main" id="{60938A2B-1043-A769-6C59-4363896C38D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36060" y="168357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2" name="Oval 371">
              <a:extLst>
                <a:ext uri="{FF2B5EF4-FFF2-40B4-BE49-F238E27FC236}">
                  <a16:creationId xmlns:a16="http://schemas.microsoft.com/office/drawing/2014/main" id="{486974C2-A856-3730-0680-6F61CD6115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00671" y="162688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3" name="Oval 372">
              <a:extLst>
                <a:ext uri="{FF2B5EF4-FFF2-40B4-BE49-F238E27FC236}">
                  <a16:creationId xmlns:a16="http://schemas.microsoft.com/office/drawing/2014/main" id="{43BDA765-E464-062A-F110-D8B0676BE71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21737" y="19103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4" name="Oval 373">
              <a:extLst>
                <a:ext uri="{FF2B5EF4-FFF2-40B4-BE49-F238E27FC236}">
                  <a16:creationId xmlns:a16="http://schemas.microsoft.com/office/drawing/2014/main" id="{957436B0-3B58-4C7F-4C91-EDC0A690747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83071" y="198317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5" name="Oval 374">
              <a:extLst>
                <a:ext uri="{FF2B5EF4-FFF2-40B4-BE49-F238E27FC236}">
                  <a16:creationId xmlns:a16="http://schemas.microsoft.com/office/drawing/2014/main" id="{0BC13CDF-43A0-FB1A-D167-7EEDD1E56CA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479360" y="19741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6" name="Oval 375">
              <a:extLst>
                <a:ext uri="{FF2B5EF4-FFF2-40B4-BE49-F238E27FC236}">
                  <a16:creationId xmlns:a16="http://schemas.microsoft.com/office/drawing/2014/main" id="{E4B52181-C26B-3A2C-4A3E-7E30E210D80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91229" y="208726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7" name="Oval 376">
              <a:extLst>
                <a:ext uri="{FF2B5EF4-FFF2-40B4-BE49-F238E27FC236}">
                  <a16:creationId xmlns:a16="http://schemas.microsoft.com/office/drawing/2014/main" id="{3C9D5C0D-D90A-9AF1-8BFD-DB377DE35F9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59329" y="22111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8" name="Oval 377">
              <a:extLst>
                <a:ext uri="{FF2B5EF4-FFF2-40B4-BE49-F238E27FC236}">
                  <a16:creationId xmlns:a16="http://schemas.microsoft.com/office/drawing/2014/main" id="{8991C4B0-2856-DCE9-55EC-FFEB2647406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98136" y="235557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9" name="Oval 378">
              <a:extLst>
                <a:ext uri="{FF2B5EF4-FFF2-40B4-BE49-F238E27FC236}">
                  <a16:creationId xmlns:a16="http://schemas.microsoft.com/office/drawing/2014/main" id="{E8C37FF5-2071-3D90-C5C1-8C31F5B6EE4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487050" y="208490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80" name="Oval 379">
              <a:extLst>
                <a:ext uri="{FF2B5EF4-FFF2-40B4-BE49-F238E27FC236}">
                  <a16:creationId xmlns:a16="http://schemas.microsoft.com/office/drawing/2014/main" id="{76AF0D58-4614-B267-F775-CE319D3C171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51077" y="169833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81" name="Oval 380">
              <a:extLst>
                <a:ext uri="{FF2B5EF4-FFF2-40B4-BE49-F238E27FC236}">
                  <a16:creationId xmlns:a16="http://schemas.microsoft.com/office/drawing/2014/main" id="{29B86568-BAEE-5CCC-7DA8-7FE8DF5C39C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22195" y="229497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82" name="Oval 381">
              <a:extLst>
                <a:ext uri="{FF2B5EF4-FFF2-40B4-BE49-F238E27FC236}">
                  <a16:creationId xmlns:a16="http://schemas.microsoft.com/office/drawing/2014/main" id="{EE54D4F9-28CA-F2DD-9182-916D221D2F8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60981" y="245981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83" name="Oval 382">
              <a:extLst>
                <a:ext uri="{FF2B5EF4-FFF2-40B4-BE49-F238E27FC236}">
                  <a16:creationId xmlns:a16="http://schemas.microsoft.com/office/drawing/2014/main" id="{030D5382-D111-F434-7889-3625030BFD2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72692" y="26136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4" name="Rectangle 363">
              <a:extLst>
                <a:ext uri="{FF2B5EF4-FFF2-40B4-BE49-F238E27FC236}">
                  <a16:creationId xmlns:a16="http://schemas.microsoft.com/office/drawing/2014/main" id="{5CBA07C9-5972-1794-8E17-40A6CC75638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59257" y="1938191"/>
              <a:ext cx="632743" cy="4919810"/>
            </a:xfrm>
            <a:prstGeom prst="rect">
              <a:avLst/>
            </a:prstGeom>
            <a:gradFill>
              <a:gsLst>
                <a:gs pos="0">
                  <a:schemeClr val="bg1">
                    <a:lumMod val="95000"/>
                    <a:alpha val="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cxnSp>
        <p:nvCxnSpPr>
          <p:cNvPr id="385" name="Straight Connector 384">
            <a:extLst>
              <a:ext uri="{FF2B5EF4-FFF2-40B4-BE49-F238E27FC236}">
                <a16:creationId xmlns:a16="http://schemas.microsoft.com/office/drawing/2014/main" id="{6BF5157D-704B-A348-982E-6E0770A20DAA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6200" y="733425"/>
            <a:ext cx="1048702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6" name="TextBox 385">
            <a:extLst>
              <a:ext uri="{FF2B5EF4-FFF2-40B4-BE49-F238E27FC236}">
                <a16:creationId xmlns:a16="http://schemas.microsoft.com/office/drawing/2014/main" id="{156D750A-6263-9A67-0515-1CD2CF745E5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981575" y="6628626"/>
            <a:ext cx="6057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Aakash Nandy ▪ Engineering Science - Aerospace</a:t>
            </a:r>
          </a:p>
        </p:txBody>
      </p:sp>
      <p:sp>
        <p:nvSpPr>
          <p:cNvPr id="393" name="Title 1">
            <a:extLst>
              <a:ext uri="{FF2B5EF4-FFF2-40B4-BE49-F238E27FC236}">
                <a16:creationId xmlns:a16="http://schemas.microsoft.com/office/drawing/2014/main" id="{439F5931-1F81-3F5D-3880-A9A02E136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75" y="0"/>
            <a:ext cx="10382250" cy="876298"/>
          </a:xfrm>
        </p:spPr>
        <p:txBody>
          <a:bodyPr>
            <a:normAutofit/>
          </a:bodyPr>
          <a:lstStyle/>
          <a:p>
            <a:r>
              <a:rPr lang="en-CA" sz="3200" b="1" dirty="0"/>
              <a:t>MBSE Pipeline: Simulation and Detailed Optimization</a:t>
            </a:r>
          </a:p>
        </p:txBody>
      </p:sp>
      <p:pic>
        <p:nvPicPr>
          <p:cNvPr id="4" name="Picture 3" descr="Ansys logo in transparent PNG and vectorized SVG formats">
            <a:extLst>
              <a:ext uri="{FF2B5EF4-FFF2-40B4-BE49-F238E27FC236}">
                <a16:creationId xmlns:a16="http://schemas.microsoft.com/office/drawing/2014/main" id="{E7101378-7764-E9CF-A222-7FBDE02180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0822" y="1788571"/>
            <a:ext cx="2087268" cy="647496"/>
          </a:xfrm>
          <a:prstGeom prst="rect">
            <a:avLst/>
          </a:prstGeom>
          <a:effectLst>
            <a:glow rad="63500">
              <a:schemeClr val="tx1">
                <a:alpha val="40000"/>
              </a:schemeClr>
            </a:glo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B2034B-9D65-6780-6D30-E54DCE5662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0" y="3653320"/>
            <a:ext cx="561975" cy="561975"/>
          </a:xfrm>
          <a:prstGeom prst="rect">
            <a:avLst/>
          </a:prstGeom>
          <a:solidFill>
            <a:schemeClr val="tx1"/>
          </a:solidFill>
          <a:ln w="76200">
            <a:solidFill>
              <a:srgbClr val="000000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CC99447-36BF-1BF7-3F47-94C7D26FBB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5896" y="4241900"/>
            <a:ext cx="561601" cy="561601"/>
          </a:xfrm>
          <a:prstGeom prst="rect">
            <a:avLst/>
          </a:prstGeom>
          <a:ln w="76200">
            <a:solidFill>
              <a:srgbClr val="000000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E969B09-31A2-D0BA-526C-948114E7C53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3010" y="3617570"/>
            <a:ext cx="561600" cy="561600"/>
          </a:xfrm>
          <a:prstGeom prst="rect">
            <a:avLst/>
          </a:prstGeom>
          <a:ln w="76200">
            <a:solidFill>
              <a:srgbClr val="000000"/>
            </a:solidFill>
          </a:ln>
        </p:spPr>
      </p:pic>
      <p:pic>
        <p:nvPicPr>
          <p:cNvPr id="8" name="Picture 7" descr="Ansys optiSLang">
            <a:extLst>
              <a:ext uri="{FF2B5EF4-FFF2-40B4-BE49-F238E27FC236}">
                <a16:creationId xmlns:a16="http://schemas.microsoft.com/office/drawing/2014/main" id="{ED79BB9F-4891-C26C-600B-3C0DB12DFB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46507" y="5397630"/>
            <a:ext cx="561600" cy="561600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  <p:pic>
        <p:nvPicPr>
          <p:cNvPr id="11" name="Picture 10" descr="CFturbo | Ansys Official Technology Partner">
            <a:extLst>
              <a:ext uri="{FF2B5EF4-FFF2-40B4-BE49-F238E27FC236}">
                <a16:creationId xmlns:a16="http://schemas.microsoft.com/office/drawing/2014/main" id="{A44F0F92-A20A-58B2-733A-31C4DE0C5E5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25266" y="3608143"/>
            <a:ext cx="647496" cy="64749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B80B31E-37D9-CC97-BD4D-36EBA0F96966}"/>
              </a:ext>
            </a:extLst>
          </p:cNvPr>
          <p:cNvSpPr/>
          <p:nvPr/>
        </p:nvSpPr>
        <p:spPr>
          <a:xfrm>
            <a:off x="2848320" y="2819088"/>
            <a:ext cx="1319246" cy="2196389"/>
          </a:xfrm>
          <a:prstGeom prst="round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AB63C01-8D1B-D4CC-EC0F-93F9EF169651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2373014" y="3917282"/>
            <a:ext cx="475306" cy="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04B0F74-994A-DEF9-3B08-E45BB9BC29E2}"/>
              </a:ext>
            </a:extLst>
          </p:cNvPr>
          <p:cNvCxnSpPr>
            <a:cxnSpLocks/>
          </p:cNvCxnSpPr>
          <p:nvPr/>
        </p:nvCxnSpPr>
        <p:spPr>
          <a:xfrm>
            <a:off x="4177250" y="3898370"/>
            <a:ext cx="469771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ECE99C47-C6A4-ABC9-1F9B-F1B8BDFA7844}"/>
              </a:ext>
            </a:extLst>
          </p:cNvPr>
          <p:cNvCxnSpPr>
            <a:cxnSpLocks/>
            <a:stCxn id="6" idx="2"/>
          </p:cNvCxnSpPr>
          <p:nvPr/>
        </p:nvCxnSpPr>
        <p:spPr>
          <a:xfrm rot="5400000">
            <a:off x="3683183" y="4372855"/>
            <a:ext cx="1504313" cy="1116943"/>
          </a:xfrm>
          <a:prstGeom prst="bentConnector3">
            <a:avLst>
              <a:gd name="adj1" fmla="val 99506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9C289689-77F5-1965-DE5A-BFA5A03A447D}"/>
              </a:ext>
            </a:extLst>
          </p:cNvPr>
          <p:cNvCxnSpPr>
            <a:cxnSpLocks/>
            <a:stCxn id="8" idx="1"/>
            <a:endCxn id="11" idx="2"/>
          </p:cNvCxnSpPr>
          <p:nvPr/>
        </p:nvCxnSpPr>
        <p:spPr>
          <a:xfrm rot="10800000">
            <a:off x="2049015" y="4255640"/>
            <a:ext cx="1197493" cy="1422791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3BF2E90-10D2-63A1-C5C8-C1B4F18B6954}"/>
              </a:ext>
            </a:extLst>
          </p:cNvPr>
          <p:cNvCxnSpPr>
            <a:cxnSpLocks/>
          </p:cNvCxnSpPr>
          <p:nvPr/>
        </p:nvCxnSpPr>
        <p:spPr>
          <a:xfrm>
            <a:off x="1180067" y="3917282"/>
            <a:ext cx="535772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1AC93CDF-3265-0BFF-675E-8D1755EE713F}"/>
              </a:ext>
            </a:extLst>
          </p:cNvPr>
          <p:cNvSpPr/>
          <p:nvPr/>
        </p:nvSpPr>
        <p:spPr>
          <a:xfrm>
            <a:off x="3189130" y="3173748"/>
            <a:ext cx="648000" cy="661439"/>
          </a:xfrm>
          <a:prstGeom prst="roundRect">
            <a:avLst>
              <a:gd name="adj" fmla="val 665"/>
            </a:avLst>
          </a:prstGeom>
          <a:solidFill>
            <a:schemeClr val="tx1"/>
          </a:solidFill>
          <a:ln w="762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66D1E4FD-2D7E-ECD0-A5A9-F8543AA2ED3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3482" y="2953163"/>
            <a:ext cx="561975" cy="561975"/>
          </a:xfrm>
          <a:prstGeom prst="rect">
            <a:avLst/>
          </a:prstGeom>
          <a:ln w="76200">
            <a:solidFill>
              <a:srgbClr val="000000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29C06B1-F04A-8E28-971E-E815ABFCA24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207"/>
          <a:stretch>
            <a:fillRect/>
          </a:stretch>
        </p:blipFill>
        <p:spPr>
          <a:xfrm>
            <a:off x="3232330" y="3328145"/>
            <a:ext cx="561600" cy="352643"/>
          </a:xfrm>
          <a:prstGeom prst="rect">
            <a:avLst/>
          </a:prstGeom>
          <a:ln w="76200">
            <a:solidFill>
              <a:srgbClr val="000000"/>
            </a:solidFill>
          </a:ln>
        </p:spPr>
      </p:pic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D2DF871F-D719-7CBB-51D1-093ACC55D652}"/>
              </a:ext>
            </a:extLst>
          </p:cNvPr>
          <p:cNvSpPr/>
          <p:nvPr/>
        </p:nvSpPr>
        <p:spPr>
          <a:xfrm>
            <a:off x="5938127" y="4255150"/>
            <a:ext cx="648000" cy="661439"/>
          </a:xfrm>
          <a:prstGeom prst="roundRect">
            <a:avLst>
              <a:gd name="adj" fmla="val 665"/>
            </a:avLst>
          </a:prstGeom>
          <a:solidFill>
            <a:schemeClr val="tx1"/>
          </a:solidFill>
          <a:ln w="762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9FA9EF01-986E-8801-DDD7-8F6D777CDBA5}"/>
              </a:ext>
            </a:extLst>
          </p:cNvPr>
          <p:cNvCxnSpPr>
            <a:cxnSpLocks/>
          </p:cNvCxnSpPr>
          <p:nvPr/>
        </p:nvCxnSpPr>
        <p:spPr>
          <a:xfrm>
            <a:off x="5236902" y="3898370"/>
            <a:ext cx="663517" cy="687500"/>
          </a:xfrm>
          <a:prstGeom prst="bentConnector3">
            <a:avLst>
              <a:gd name="adj1" fmla="val 47159"/>
            </a:avLst>
          </a:prstGeom>
          <a:ln w="285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2" name="Picture 61">
            <a:extLst>
              <a:ext uri="{FF2B5EF4-FFF2-40B4-BE49-F238E27FC236}">
                <a16:creationId xmlns:a16="http://schemas.microsoft.com/office/drawing/2014/main" id="{A55369C1-5F91-416D-08EE-203CB4BD866B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7134" r="75000"/>
          <a:stretch>
            <a:fillRect/>
          </a:stretch>
        </p:blipFill>
        <p:spPr>
          <a:xfrm>
            <a:off x="1765912" y="1241654"/>
            <a:ext cx="565700" cy="580465"/>
          </a:xfrm>
          <a:prstGeom prst="rect">
            <a:avLst/>
          </a:prstGeom>
        </p:spPr>
      </p:pic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4A501A82-48C1-4163-758C-F20504CF56A9}"/>
              </a:ext>
            </a:extLst>
          </p:cNvPr>
          <p:cNvCxnSpPr>
            <a:stCxn id="11" idx="0"/>
            <a:endCxn id="66" idx="2"/>
          </p:cNvCxnSpPr>
          <p:nvPr/>
        </p:nvCxnSpPr>
        <p:spPr>
          <a:xfrm flipV="1">
            <a:off x="2049014" y="1854132"/>
            <a:ext cx="0" cy="172800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2AD526AA-72AA-E4C9-68D2-7489F93BDBDE}"/>
              </a:ext>
            </a:extLst>
          </p:cNvPr>
          <p:cNvCxnSpPr>
            <a:cxnSpLocks/>
          </p:cNvCxnSpPr>
          <p:nvPr/>
        </p:nvCxnSpPr>
        <p:spPr>
          <a:xfrm flipH="1" flipV="1">
            <a:off x="6586127" y="3241533"/>
            <a:ext cx="468000" cy="3347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645FC9AD-D56E-90B6-FA3A-6B43E9DF3C47}"/>
              </a:ext>
            </a:extLst>
          </p:cNvPr>
          <p:cNvSpPr txBox="1"/>
          <p:nvPr/>
        </p:nvSpPr>
        <p:spPr>
          <a:xfrm>
            <a:off x="3165737" y="2461941"/>
            <a:ext cx="1852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Mesh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A2514304-2993-40FD-956C-FED029A893CB}"/>
              </a:ext>
            </a:extLst>
          </p:cNvPr>
          <p:cNvSpPr txBox="1"/>
          <p:nvPr/>
        </p:nvSpPr>
        <p:spPr>
          <a:xfrm>
            <a:off x="2892733" y="2821234"/>
            <a:ext cx="1230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 err="1"/>
              <a:t>TurboGrid</a:t>
            </a:r>
            <a:r>
              <a:rPr lang="en-CA" dirty="0"/>
              <a:t> 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43BE337F-80E4-0F76-C891-A01436A3952F}"/>
              </a:ext>
            </a:extLst>
          </p:cNvPr>
          <p:cNvSpPr txBox="1"/>
          <p:nvPr/>
        </p:nvSpPr>
        <p:spPr>
          <a:xfrm>
            <a:off x="2776905" y="3853519"/>
            <a:ext cx="1447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 err="1"/>
              <a:t>SpaceClaim</a:t>
            </a:r>
            <a:endParaRPr lang="en-CA" dirty="0"/>
          </a:p>
        </p:txBody>
      </p:sp>
      <p:cxnSp>
        <p:nvCxnSpPr>
          <p:cNvPr id="158" name="Connector: Elbow 157">
            <a:extLst>
              <a:ext uri="{FF2B5EF4-FFF2-40B4-BE49-F238E27FC236}">
                <a16:creationId xmlns:a16="http://schemas.microsoft.com/office/drawing/2014/main" id="{35628F08-C62C-17E3-E2F2-88BE168FC06A}"/>
              </a:ext>
            </a:extLst>
          </p:cNvPr>
          <p:cNvCxnSpPr>
            <a:cxnSpLocks/>
          </p:cNvCxnSpPr>
          <p:nvPr/>
        </p:nvCxnSpPr>
        <p:spPr>
          <a:xfrm flipV="1">
            <a:off x="5133205" y="3234151"/>
            <a:ext cx="774288" cy="664219"/>
          </a:xfrm>
          <a:prstGeom prst="bentConnector3">
            <a:avLst>
              <a:gd name="adj1" fmla="val 53653"/>
            </a:avLst>
          </a:prstGeom>
          <a:ln w="285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TextBox 170">
            <a:extLst>
              <a:ext uri="{FF2B5EF4-FFF2-40B4-BE49-F238E27FC236}">
                <a16:creationId xmlns:a16="http://schemas.microsoft.com/office/drawing/2014/main" id="{D24E7AAE-07C4-20D0-0F4F-6F3E26FC940A}"/>
              </a:ext>
            </a:extLst>
          </p:cNvPr>
          <p:cNvSpPr txBox="1"/>
          <p:nvPr/>
        </p:nvSpPr>
        <p:spPr>
          <a:xfrm>
            <a:off x="4267618" y="3220498"/>
            <a:ext cx="1447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CFD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4EDD0B64-9F42-7A3A-0555-8BEF8DE51AE1}"/>
              </a:ext>
            </a:extLst>
          </p:cNvPr>
          <p:cNvSpPr txBox="1"/>
          <p:nvPr/>
        </p:nvSpPr>
        <p:spPr>
          <a:xfrm>
            <a:off x="5530601" y="2533265"/>
            <a:ext cx="1447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Structural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5B86948C-3C02-8E7F-3619-E89287F0175E}"/>
              </a:ext>
            </a:extLst>
          </p:cNvPr>
          <p:cNvSpPr txBox="1"/>
          <p:nvPr/>
        </p:nvSpPr>
        <p:spPr>
          <a:xfrm>
            <a:off x="5524739" y="3884717"/>
            <a:ext cx="1447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NVH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CCFC6582-1398-83BB-396A-EDDF5CAFF864}"/>
              </a:ext>
            </a:extLst>
          </p:cNvPr>
          <p:cNvSpPr txBox="1"/>
          <p:nvPr/>
        </p:nvSpPr>
        <p:spPr>
          <a:xfrm>
            <a:off x="2796088" y="5019867"/>
            <a:ext cx="1447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Optimizer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93E3C875-91F8-8763-9222-F149E2296A55}"/>
              </a:ext>
            </a:extLst>
          </p:cNvPr>
          <p:cNvSpPr txBox="1"/>
          <p:nvPr/>
        </p:nvSpPr>
        <p:spPr>
          <a:xfrm>
            <a:off x="623006" y="2974976"/>
            <a:ext cx="1447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Pump Geometry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4E3F8C8C-4BBD-1269-7FEA-C95E2C68B997}"/>
              </a:ext>
            </a:extLst>
          </p:cNvPr>
          <p:cNvSpPr txBox="1"/>
          <p:nvPr/>
        </p:nvSpPr>
        <p:spPr>
          <a:xfrm>
            <a:off x="455947" y="1207801"/>
            <a:ext cx="1447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Casing Geometry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4C932B-6D81-700B-CEFF-1BADE951F518}"/>
              </a:ext>
            </a:extLst>
          </p:cNvPr>
          <p:cNvSpPr txBox="1"/>
          <p:nvPr/>
        </p:nvSpPr>
        <p:spPr>
          <a:xfrm rot="16200000">
            <a:off x="1175737" y="2390960"/>
            <a:ext cx="1727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Optimal Fluid Boundaries</a:t>
            </a:r>
            <a:endParaRPr lang="en-CA" sz="140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396E4957-4014-3A22-AF25-C5DA9593042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7767" y="4289166"/>
            <a:ext cx="593406" cy="593406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AA1E35B7-1E09-D720-C334-141DC7B8C131}"/>
              </a:ext>
            </a:extLst>
          </p:cNvPr>
          <p:cNvSpPr txBox="1"/>
          <p:nvPr/>
        </p:nvSpPr>
        <p:spPr>
          <a:xfrm>
            <a:off x="8113312" y="1025174"/>
            <a:ext cx="2734083" cy="2862322"/>
          </a:xfrm>
          <a:prstGeom prst="rect">
            <a:avLst/>
          </a:prstGeom>
          <a:noFill/>
          <a:ln w="38100">
            <a:solidFill>
              <a:srgbClr val="FFB71B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Fluid-Structure Interaction (FSI)</a:t>
            </a:r>
          </a:p>
          <a:p>
            <a:r>
              <a:rPr lang="en-CA" dirty="0"/>
              <a:t>Maps 3D CFX static pressure fields and steady fluid forces onto solid impeller blades and volute casing in </a:t>
            </a:r>
            <a:r>
              <a:rPr lang="en-CA" b="1" dirty="0"/>
              <a:t>ANSYS Mechanical</a:t>
            </a:r>
            <a:r>
              <a:rPr lang="en-CA" dirty="0"/>
              <a:t> to verify von Mises stresses and centrifugal yield margins.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29C3972-EA97-563E-74AE-37DB3712BF17}"/>
                  </a:ext>
                </a:extLst>
              </p:cNvPr>
              <p:cNvSpPr txBox="1"/>
              <p:nvPr/>
            </p:nvSpPr>
            <p:spPr>
              <a:xfrm>
                <a:off x="8071907" y="4069383"/>
                <a:ext cx="3298169" cy="2308324"/>
              </a:xfrm>
              <a:prstGeom prst="rect">
                <a:avLst/>
              </a:prstGeom>
              <a:noFill/>
              <a:ln w="38100">
                <a:solidFill>
                  <a:srgbClr val="FFB71B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b="1" dirty="0"/>
                  <a:t>Acoustics &amp; NVH (Blade Pass Excitation)</a:t>
                </a:r>
              </a:p>
              <a:p>
                <a:r>
                  <a:rPr lang="en-CA" dirty="0"/>
                  <a:t>Evaluates flow-induced vibration by extracting unsteady blade-pass frequencies              (BPF =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CA">
                        <a:latin typeface="Cambria Math" panose="02040503050406030204" pitchFamily="18" charset="0"/>
                      </a:rPr>
                      <m:t>×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CA" dirty="0"/>
                  <a:t>) and cut-water pressure pulsations to prevent resonance with casing modes.</a:t>
                </a: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29C3972-EA97-563E-74AE-37DB3712BF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1907" y="4069383"/>
                <a:ext cx="3298169" cy="2308324"/>
              </a:xfrm>
              <a:prstGeom prst="rect">
                <a:avLst/>
              </a:prstGeom>
              <a:blipFill>
                <a:blip r:embed="rId12"/>
                <a:stretch>
                  <a:fillRect l="-914" t="-521" r="-2194" b="-2865"/>
                </a:stretch>
              </a:blipFill>
              <a:ln w="38100">
                <a:solidFill>
                  <a:srgbClr val="FFB71B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C835B9E-D51B-E571-4FE3-37230366760E}"/>
              </a:ext>
            </a:extLst>
          </p:cNvPr>
          <p:cNvCxnSpPr/>
          <p:nvPr/>
        </p:nvCxnSpPr>
        <p:spPr>
          <a:xfrm>
            <a:off x="8149845" y="4656841"/>
            <a:ext cx="3142292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2D6BD6F-D15F-E353-8590-F6A6753790AA}"/>
              </a:ext>
            </a:extLst>
          </p:cNvPr>
          <p:cNvCxnSpPr>
            <a:cxnSpLocks/>
          </p:cNvCxnSpPr>
          <p:nvPr/>
        </p:nvCxnSpPr>
        <p:spPr>
          <a:xfrm>
            <a:off x="8246637" y="1613555"/>
            <a:ext cx="2499919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306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109606-D017-E1C3-E1AE-500893D65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2" name="Group 391">
            <a:extLst>
              <a:ext uri="{FF2B5EF4-FFF2-40B4-BE49-F238E27FC236}">
                <a16:creationId xmlns:a16="http://schemas.microsoft.com/office/drawing/2014/main" id="{711ED5B5-F3E8-5C1A-DD10-ED0EF4AE9601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0770010" y="-117399"/>
            <a:ext cx="1453570" cy="6975400"/>
            <a:chOff x="10770010" y="-117399"/>
            <a:chExt cx="1453570" cy="6975400"/>
          </a:xfrm>
        </p:grpSpPr>
        <p:sp>
          <p:nvSpPr>
            <p:cNvPr id="365" name="Oval 364">
              <a:extLst>
                <a:ext uri="{FF2B5EF4-FFF2-40B4-BE49-F238E27FC236}">
                  <a16:creationId xmlns:a16="http://schemas.microsoft.com/office/drawing/2014/main" id="{A31F4747-FF29-DB94-DB7D-551825EF454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38907" y="295017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B6C84A8-825F-A95C-AB6A-9670CE4CE31E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866728">
              <a:off x="10770010" y="-117399"/>
              <a:ext cx="1163816" cy="2147195"/>
            </a:xfrm>
            <a:prstGeom prst="rect">
              <a:avLst/>
            </a:prstGeom>
          </p:spPr>
        </p:pic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4775E378-B0E7-B19F-9BB0-AA9C71A6161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87200" y="178860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7CB35F1C-22A1-82BE-B7A7-53F9FEEF7B2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32167" y="18563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59C96869-5DB3-9C77-EF09-E9A9F910C9A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23200" y="18923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E4E9717A-6D28-0348-AC18-940E05471F1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41134" y="18743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AD3C5CB8-A7F0-8998-0D84-28844864670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14167" y="19564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1FD96717-2256-FC29-C31F-14F8A40F8A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87552" y="182492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82072B40-E6E1-28F9-EAF8-B5D97E1E356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98619" y="19564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5C4033A4-A305-1A04-EFE8-F8EB20396CF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23552" y="19381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E7EC3AAA-7A5B-1DE1-0BD0-C303A44DA6C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29715" y="199882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85C25791-94E5-BA9B-7838-C129DA7CAB1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64671" y="205145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5AC29E0D-55A1-2A3A-CCC7-C72DE1CF0EF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82671" y="18743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E2C6A145-8287-BCBD-3AAF-DB87BA1157C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27950" y="206690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AD315707-DCDD-DD85-762F-A6A894F2AED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47657" y="198082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B8954C8F-6089-2510-60DD-62054424633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91590" y="206690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FE949F9C-5F3B-3CAA-73C4-40C4C8799A2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69552" y="210290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4A0DACDC-29A8-9C6A-99F8-B252E32CBB1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77134" y="215932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7DCE81DA-B46A-27A5-0320-E744393BD68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26620" y="227931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F9830916-A18A-180F-7CA4-7CAB8F8144A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41200" y="240581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BE5AB968-8C8C-EF49-F898-2DDEC14E68E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89232" y="234549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C2AACECA-1BEF-5659-DED3-72467136309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87200" y="21751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2711FCF4-753C-31C1-0DDE-C7849CBDF2B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23552" y="22185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FAF8C282-F755-1A31-285E-324C9DF1B67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17934" y="215032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70BCD6C0-0815-CA0B-A65E-D0A70FB2A5D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90103" y="226974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BB9EF7E4-AFD7-D389-27E0-CA0EE067F99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80619" y="21931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5AE0C14B-9AEA-6994-F5EB-FF68F01C04A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11657" y="227931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3CF181F7-4C3E-03FA-DA63-113918F4798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41552" y="236092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DE75FA26-8A7C-A1C1-CE2D-77B95176D7E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26103" y="239692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607372AD-156A-F138-6B45-798B7A997BD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33077" y="244181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DA1A2D2D-95DF-4490-F623-63EFDBE64E6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52858" y="247973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F071262B-76AD-1F8A-72A5-E7A252F3854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83995" y="254699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7FA7C7EE-F857-5350-F5CD-681EC8A2EF3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43301" y="25543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BE687C68-DAEF-074F-2ACB-2B8ECE214CA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47795" y="26676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5AFCEF56-69F2-860A-62B9-44D060ED40C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65995" y="268861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169869B0-3DE9-BCD3-7EA0-2A2A4CE1C4C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98213" y="26856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54EB8BED-10DD-B3FB-ABEA-54483B8D8A8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45351" y="26496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D1F358A8-2718-471F-BA01-549B98D3C66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48825" y="252062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8E24BDCE-743D-6E69-6864-F47A6BEBC4C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26132" y="272795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F389E234-F58C-7872-1BC5-9ECC539847E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50147" y="292445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A6B7A454-BB53-3BD6-B843-FBFB58639C0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71085" y="295017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646AFEA0-02EE-DD9F-7465-FF17305B8BC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19995" y="281792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06C443F9-A334-7694-5409-811EDACF951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00671" y="286342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16E625CB-0CDE-8492-590B-2990813AC06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72103" y="277249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A58C3C80-A5C1-CE6B-9025-420318AD405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14112" y="31265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FC583133-F141-0013-95E2-43427EB9AAD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62144" y="306626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49BF1749-6977-219B-414C-C7A5152668E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14464" y="308169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6E5DB1CF-CC83-7CA7-EF13-ECB401DE94A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99015" y="311769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F321AACA-D212-F63E-B8D3-E58603B14DD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05989" y="31625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117571FE-366C-E4B0-CAB8-C78F1942884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25770" y="320050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87B6B184-FD9E-6E8D-678C-6D9EACD86B3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56907" y="326777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AEB13B14-DF10-9F31-D7A1-7F030CA95F4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16213" y="327510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180FEA41-3B90-500D-F1D1-CE126CF463D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20707" y="338846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6FA814F0-CE49-4FBB-F990-9B339C512B6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38907" y="340938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DA66634E-ACC9-0E15-B533-81F84BD7EA8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71125" y="340646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2AA114A2-BF2B-9FAD-FB8A-95CBFD1EA69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18263" y="337046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DAF7511F-A247-136A-7076-653380176EC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21737" y="324140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77B94A65-E907-9E5A-58A6-5844268DE48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9008305">
              <a:off x="11616136" y="346581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EE6B16B4-93F9-8103-8E90-2D7106908A5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23059" y="364522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98AFD1B3-F832-E658-F23F-F6A17EEDA38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43997" y="367094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803FADCE-F464-C2ED-B052-0AA4FC52A3B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92907" y="353870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3BD98952-1B34-4F3B-F050-AB589183497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73583" y="358420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A13BF71F-D230-054C-3860-3699D128948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45015" y="349327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ACEA54CF-F309-2955-3E38-E087776E7CE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15047" y="39382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57CB02DF-25A7-10C2-DB55-9E3C89AF660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63079" y="387797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45243FB6-596A-95E5-7D2F-BF4102D226D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15399" y="389340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FA139A6B-B499-82E1-50A2-4BC3DDBF82E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99950" y="392940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8DF6D903-F790-A3F0-A4C7-8FB8A2CA99E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26705" y="401221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03C997D7-F3BA-8D69-16C0-477B82E8B4C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57842" y="407947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D948ECA3-86B6-33AA-BF4B-01F60ABC63A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17148" y="408681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1" name="Oval 220">
              <a:extLst>
                <a:ext uri="{FF2B5EF4-FFF2-40B4-BE49-F238E27FC236}">
                  <a16:creationId xmlns:a16="http://schemas.microsoft.com/office/drawing/2014/main" id="{99E0D114-C4F1-0371-D80D-CBBB7BF6C7A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39842" y="422109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3" name="Oval 222">
              <a:extLst>
                <a:ext uri="{FF2B5EF4-FFF2-40B4-BE49-F238E27FC236}">
                  <a16:creationId xmlns:a16="http://schemas.microsoft.com/office/drawing/2014/main" id="{3C06F23D-7DEC-2656-8A26-5952D12D936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72060" y="421816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5" name="Oval 224">
              <a:extLst>
                <a:ext uri="{FF2B5EF4-FFF2-40B4-BE49-F238E27FC236}">
                  <a16:creationId xmlns:a16="http://schemas.microsoft.com/office/drawing/2014/main" id="{D2E42B02-5DDD-CEBA-BEB1-A2EDC05C1CF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19198" y="418216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7" name="Oval 226">
              <a:extLst>
                <a:ext uri="{FF2B5EF4-FFF2-40B4-BE49-F238E27FC236}">
                  <a16:creationId xmlns:a16="http://schemas.microsoft.com/office/drawing/2014/main" id="{1D7EF91B-E740-C7D4-8208-FCE9D6D745C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22672" y="405310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9" name="Oval 228">
              <a:extLst>
                <a:ext uri="{FF2B5EF4-FFF2-40B4-BE49-F238E27FC236}">
                  <a16:creationId xmlns:a16="http://schemas.microsoft.com/office/drawing/2014/main" id="{EA84AE9C-483E-DB8D-B6F8-6077492FAE9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82887" y="426897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31" name="Oval 230">
              <a:extLst>
                <a:ext uri="{FF2B5EF4-FFF2-40B4-BE49-F238E27FC236}">
                  <a16:creationId xmlns:a16="http://schemas.microsoft.com/office/drawing/2014/main" id="{CE685388-6D97-60EE-F452-2AB7A2F11AB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23994" y="445692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33" name="Oval 232">
              <a:extLst>
                <a:ext uri="{FF2B5EF4-FFF2-40B4-BE49-F238E27FC236}">
                  <a16:creationId xmlns:a16="http://schemas.microsoft.com/office/drawing/2014/main" id="{035C6D46-6710-142C-6317-209D9613E89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44932" y="448265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35" name="Oval 234">
              <a:extLst>
                <a:ext uri="{FF2B5EF4-FFF2-40B4-BE49-F238E27FC236}">
                  <a16:creationId xmlns:a16="http://schemas.microsoft.com/office/drawing/2014/main" id="{9AA1076A-7FBC-521C-CD0E-D214D996F88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93842" y="435040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37" name="Oval 236">
              <a:extLst>
                <a:ext uri="{FF2B5EF4-FFF2-40B4-BE49-F238E27FC236}">
                  <a16:creationId xmlns:a16="http://schemas.microsoft.com/office/drawing/2014/main" id="{A7D773EA-2393-3366-FF17-2D7E807C541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57426" y="437026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39" name="Oval 238">
              <a:extLst>
                <a:ext uri="{FF2B5EF4-FFF2-40B4-BE49-F238E27FC236}">
                  <a16:creationId xmlns:a16="http://schemas.microsoft.com/office/drawing/2014/main" id="{3076EA77-8E35-7526-5464-C27FDCCA10E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45950" y="430497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0" name="Oval 239">
              <a:extLst>
                <a:ext uri="{FF2B5EF4-FFF2-40B4-BE49-F238E27FC236}">
                  <a16:creationId xmlns:a16="http://schemas.microsoft.com/office/drawing/2014/main" id="{1D61CE5F-49B0-2EA1-7502-705F0453E74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63950" y="37916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1" name="Oval 240">
              <a:extLst>
                <a:ext uri="{FF2B5EF4-FFF2-40B4-BE49-F238E27FC236}">
                  <a16:creationId xmlns:a16="http://schemas.microsoft.com/office/drawing/2014/main" id="{D501E925-BFFD-5D6C-41B6-9029F98A651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47375" y="37559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2" name="Oval 241">
              <a:extLst>
                <a:ext uri="{FF2B5EF4-FFF2-40B4-BE49-F238E27FC236}">
                  <a16:creationId xmlns:a16="http://schemas.microsoft.com/office/drawing/2014/main" id="{75D79AE2-1995-6AAA-9611-D09D73ABADF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38887" y="290913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3" name="Oval 242">
              <a:extLst>
                <a:ext uri="{FF2B5EF4-FFF2-40B4-BE49-F238E27FC236}">
                  <a16:creationId xmlns:a16="http://schemas.microsoft.com/office/drawing/2014/main" id="{C25F75BC-3112-1275-9669-F62AA7E7685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25805" y="37359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4" name="Oval 243">
              <a:extLst>
                <a:ext uri="{FF2B5EF4-FFF2-40B4-BE49-F238E27FC236}">
                  <a16:creationId xmlns:a16="http://schemas.microsoft.com/office/drawing/2014/main" id="{5F0E5E97-71A2-BFD1-BD6E-E0645297E01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14464" y="380247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6" name="Oval 245">
              <a:extLst>
                <a:ext uri="{FF2B5EF4-FFF2-40B4-BE49-F238E27FC236}">
                  <a16:creationId xmlns:a16="http://schemas.microsoft.com/office/drawing/2014/main" id="{BC86B89D-C764-E721-03BA-1BE5DE068D8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19374" y="463455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8" name="Oval 247">
              <a:extLst>
                <a:ext uri="{FF2B5EF4-FFF2-40B4-BE49-F238E27FC236}">
                  <a16:creationId xmlns:a16="http://schemas.microsoft.com/office/drawing/2014/main" id="{3812A684-D9D7-F859-7CB6-8DB717BBDF0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67406" y="457423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50" name="Oval 249">
              <a:extLst>
                <a:ext uri="{FF2B5EF4-FFF2-40B4-BE49-F238E27FC236}">
                  <a16:creationId xmlns:a16="http://schemas.microsoft.com/office/drawing/2014/main" id="{7D957390-EC88-DD9E-FD4F-9B391C12A82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19726" y="458966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52" name="Oval 251">
              <a:extLst>
                <a:ext uri="{FF2B5EF4-FFF2-40B4-BE49-F238E27FC236}">
                  <a16:creationId xmlns:a16="http://schemas.microsoft.com/office/drawing/2014/main" id="{A817F786-EAF6-D4E7-AE0F-AF6A7090F24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04277" y="462566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56" name="Oval 255">
              <a:extLst>
                <a:ext uri="{FF2B5EF4-FFF2-40B4-BE49-F238E27FC236}">
                  <a16:creationId xmlns:a16="http://schemas.microsoft.com/office/drawing/2014/main" id="{5E33A7B0-BDB1-4863-5158-547B5E191AF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31032" y="470847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58" name="Oval 257">
              <a:extLst>
                <a:ext uri="{FF2B5EF4-FFF2-40B4-BE49-F238E27FC236}">
                  <a16:creationId xmlns:a16="http://schemas.microsoft.com/office/drawing/2014/main" id="{444D8108-F94D-AFEB-23AE-A6DF74462CC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62169" y="477574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60" name="Oval 259">
              <a:extLst>
                <a:ext uri="{FF2B5EF4-FFF2-40B4-BE49-F238E27FC236}">
                  <a16:creationId xmlns:a16="http://schemas.microsoft.com/office/drawing/2014/main" id="{D4E36298-B811-9ACC-2E89-FDC9EA30823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21475" y="478307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64" name="Oval 263">
              <a:extLst>
                <a:ext uri="{FF2B5EF4-FFF2-40B4-BE49-F238E27FC236}">
                  <a16:creationId xmlns:a16="http://schemas.microsoft.com/office/drawing/2014/main" id="{5E3D1549-FA09-29DD-3918-FC1FB5D2DF2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44169" y="491735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66" name="Oval 265">
              <a:extLst>
                <a:ext uri="{FF2B5EF4-FFF2-40B4-BE49-F238E27FC236}">
                  <a16:creationId xmlns:a16="http://schemas.microsoft.com/office/drawing/2014/main" id="{CB8E8CAC-22CE-0D92-9B91-6DF4B2782EC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76387" y="491443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68" name="Oval 267">
              <a:extLst>
                <a:ext uri="{FF2B5EF4-FFF2-40B4-BE49-F238E27FC236}">
                  <a16:creationId xmlns:a16="http://schemas.microsoft.com/office/drawing/2014/main" id="{89580C28-A019-0D57-F7F4-C21EE4AE71A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23525" y="487843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70" name="Oval 269">
              <a:extLst>
                <a:ext uri="{FF2B5EF4-FFF2-40B4-BE49-F238E27FC236}">
                  <a16:creationId xmlns:a16="http://schemas.microsoft.com/office/drawing/2014/main" id="{B2C781DB-4F90-E03D-3231-CDF17180081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26999" y="474937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72" name="Oval 271">
              <a:extLst>
                <a:ext uri="{FF2B5EF4-FFF2-40B4-BE49-F238E27FC236}">
                  <a16:creationId xmlns:a16="http://schemas.microsoft.com/office/drawing/2014/main" id="{D2FFB203-E585-C02A-0362-499F03B553B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87214" y="496524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74" name="Oval 273">
              <a:extLst>
                <a:ext uri="{FF2B5EF4-FFF2-40B4-BE49-F238E27FC236}">
                  <a16:creationId xmlns:a16="http://schemas.microsoft.com/office/drawing/2014/main" id="{29B06DCB-B67C-F5F8-DD67-F6A9B906967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28321" y="515319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76" name="Oval 275">
              <a:extLst>
                <a:ext uri="{FF2B5EF4-FFF2-40B4-BE49-F238E27FC236}">
                  <a16:creationId xmlns:a16="http://schemas.microsoft.com/office/drawing/2014/main" id="{9EE6EA2E-8989-C52E-3FCA-0DE0EEA33E7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49259" y="517892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78" name="Oval 277">
              <a:extLst>
                <a:ext uri="{FF2B5EF4-FFF2-40B4-BE49-F238E27FC236}">
                  <a16:creationId xmlns:a16="http://schemas.microsoft.com/office/drawing/2014/main" id="{7707411C-A6C6-1B2D-A770-94F2AD7DCA4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98169" y="504667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80" name="Oval 279">
              <a:extLst>
                <a:ext uri="{FF2B5EF4-FFF2-40B4-BE49-F238E27FC236}">
                  <a16:creationId xmlns:a16="http://schemas.microsoft.com/office/drawing/2014/main" id="{D6E01778-3FEB-ED57-5F91-9EEEDCF2E83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78845" y="509217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82" name="Oval 281">
              <a:extLst>
                <a:ext uri="{FF2B5EF4-FFF2-40B4-BE49-F238E27FC236}">
                  <a16:creationId xmlns:a16="http://schemas.microsoft.com/office/drawing/2014/main" id="{DA89A8E4-C660-DC86-1047-4E9B1F2EDD3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50277" y="500124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84" name="Oval 283">
              <a:extLst>
                <a:ext uri="{FF2B5EF4-FFF2-40B4-BE49-F238E27FC236}">
                  <a16:creationId xmlns:a16="http://schemas.microsoft.com/office/drawing/2014/main" id="{54B1D587-85E9-A4CD-2D33-9258F5B4EDB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75667" y="535204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86" name="Oval 285">
              <a:extLst>
                <a:ext uri="{FF2B5EF4-FFF2-40B4-BE49-F238E27FC236}">
                  <a16:creationId xmlns:a16="http://schemas.microsoft.com/office/drawing/2014/main" id="{4361E33F-02ED-4ACC-4D11-81F64309B00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23699" y="529172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88" name="Oval 287">
              <a:extLst>
                <a:ext uri="{FF2B5EF4-FFF2-40B4-BE49-F238E27FC236}">
                  <a16:creationId xmlns:a16="http://schemas.microsoft.com/office/drawing/2014/main" id="{DC230118-3521-4937-3345-FA725EE3FCA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76019" y="530715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90" name="Oval 289">
              <a:extLst>
                <a:ext uri="{FF2B5EF4-FFF2-40B4-BE49-F238E27FC236}">
                  <a16:creationId xmlns:a16="http://schemas.microsoft.com/office/drawing/2014/main" id="{A3D91D7A-F318-EA7B-74B5-8C8AABE9E6E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60570" y="534315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92" name="Oval 291">
              <a:extLst>
                <a:ext uri="{FF2B5EF4-FFF2-40B4-BE49-F238E27FC236}">
                  <a16:creationId xmlns:a16="http://schemas.microsoft.com/office/drawing/2014/main" id="{369A97E4-33BF-DCCE-BA02-592576F3D16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67544" y="538804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94" name="Oval 293">
              <a:extLst>
                <a:ext uri="{FF2B5EF4-FFF2-40B4-BE49-F238E27FC236}">
                  <a16:creationId xmlns:a16="http://schemas.microsoft.com/office/drawing/2014/main" id="{960DDFF8-FC35-BABF-D7F7-E09DC073817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87325" y="542596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96" name="Oval 295">
              <a:extLst>
                <a:ext uri="{FF2B5EF4-FFF2-40B4-BE49-F238E27FC236}">
                  <a16:creationId xmlns:a16="http://schemas.microsoft.com/office/drawing/2014/main" id="{CA7250DF-B8B0-A605-1CDF-55CD3279415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18462" y="549322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98" name="Oval 297">
              <a:extLst>
                <a:ext uri="{FF2B5EF4-FFF2-40B4-BE49-F238E27FC236}">
                  <a16:creationId xmlns:a16="http://schemas.microsoft.com/office/drawing/2014/main" id="{C5B33CD7-CE5C-E0F8-D7B0-D939CA6D2F4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77768" y="550056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00" name="Oval 299">
              <a:extLst>
                <a:ext uri="{FF2B5EF4-FFF2-40B4-BE49-F238E27FC236}">
                  <a16:creationId xmlns:a16="http://schemas.microsoft.com/office/drawing/2014/main" id="{A5D09441-3B5D-AB72-8371-514160C92BE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82262" y="561391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02" name="Oval 301">
              <a:extLst>
                <a:ext uri="{FF2B5EF4-FFF2-40B4-BE49-F238E27FC236}">
                  <a16:creationId xmlns:a16="http://schemas.microsoft.com/office/drawing/2014/main" id="{D3160CAA-CDD1-D54A-C8B4-354DBFB62CA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00462" y="563484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04" name="Oval 303">
              <a:extLst>
                <a:ext uri="{FF2B5EF4-FFF2-40B4-BE49-F238E27FC236}">
                  <a16:creationId xmlns:a16="http://schemas.microsoft.com/office/drawing/2014/main" id="{4CBD8CE9-D06C-3FFE-B308-51E3D41A4EB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32680" y="563191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06" name="Oval 305">
              <a:extLst>
                <a:ext uri="{FF2B5EF4-FFF2-40B4-BE49-F238E27FC236}">
                  <a16:creationId xmlns:a16="http://schemas.microsoft.com/office/drawing/2014/main" id="{EE5AE54E-248F-3336-70E4-9ECE705937E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79818" y="559591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08" name="Oval 307">
              <a:extLst>
                <a:ext uri="{FF2B5EF4-FFF2-40B4-BE49-F238E27FC236}">
                  <a16:creationId xmlns:a16="http://schemas.microsoft.com/office/drawing/2014/main" id="{5F791098-519E-48FC-AF21-8545798BD8E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83292" y="546685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0" name="Oval 309">
              <a:extLst>
                <a:ext uri="{FF2B5EF4-FFF2-40B4-BE49-F238E27FC236}">
                  <a16:creationId xmlns:a16="http://schemas.microsoft.com/office/drawing/2014/main" id="{F2DBCD69-F670-7ACF-E51A-63FCA1313CC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04733" y="575109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2" name="Oval 311">
              <a:extLst>
                <a:ext uri="{FF2B5EF4-FFF2-40B4-BE49-F238E27FC236}">
                  <a16:creationId xmlns:a16="http://schemas.microsoft.com/office/drawing/2014/main" id="{844DDA0A-8732-FF61-953A-3C992A6B2D2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84614" y="587068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4" name="Oval 313">
              <a:extLst>
                <a:ext uri="{FF2B5EF4-FFF2-40B4-BE49-F238E27FC236}">
                  <a16:creationId xmlns:a16="http://schemas.microsoft.com/office/drawing/2014/main" id="{F46BD4DA-D0BC-EAAE-F396-20BCE577D01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05552" y="589640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6" name="Oval 315">
              <a:extLst>
                <a:ext uri="{FF2B5EF4-FFF2-40B4-BE49-F238E27FC236}">
                  <a16:creationId xmlns:a16="http://schemas.microsoft.com/office/drawing/2014/main" id="{CB0141C5-3239-E79B-D3BB-B0821DF114B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54462" y="576415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8" name="Oval 317">
              <a:extLst>
                <a:ext uri="{FF2B5EF4-FFF2-40B4-BE49-F238E27FC236}">
                  <a16:creationId xmlns:a16="http://schemas.microsoft.com/office/drawing/2014/main" id="{9FE32699-A806-2B39-A944-D4464C3B3D7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35138" y="580965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20" name="Oval 319">
              <a:extLst>
                <a:ext uri="{FF2B5EF4-FFF2-40B4-BE49-F238E27FC236}">
                  <a16:creationId xmlns:a16="http://schemas.microsoft.com/office/drawing/2014/main" id="{6C0C8DDA-8A0E-7309-FAAD-B41AE4F2366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06570" y="571872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22" name="Oval 321">
              <a:extLst>
                <a:ext uri="{FF2B5EF4-FFF2-40B4-BE49-F238E27FC236}">
                  <a16:creationId xmlns:a16="http://schemas.microsoft.com/office/drawing/2014/main" id="{D5818DE0-3F42-5739-C6A2-DC82FA31553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80985" y="611995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24" name="Oval 323">
              <a:extLst>
                <a:ext uri="{FF2B5EF4-FFF2-40B4-BE49-F238E27FC236}">
                  <a16:creationId xmlns:a16="http://schemas.microsoft.com/office/drawing/2014/main" id="{1EE17CCC-5EF0-817F-24E3-4EEA9ED52E3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29017" y="605963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26" name="Oval 325">
              <a:extLst>
                <a:ext uri="{FF2B5EF4-FFF2-40B4-BE49-F238E27FC236}">
                  <a16:creationId xmlns:a16="http://schemas.microsoft.com/office/drawing/2014/main" id="{3B6664B9-ADCA-1676-757B-8A5C19495C0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81337" y="607506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28" name="Oval 327">
              <a:extLst>
                <a:ext uri="{FF2B5EF4-FFF2-40B4-BE49-F238E27FC236}">
                  <a16:creationId xmlns:a16="http://schemas.microsoft.com/office/drawing/2014/main" id="{FFF57F45-6390-F59C-64D4-0E1B594D03C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65888" y="611106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30" name="Oval 329">
              <a:extLst>
                <a:ext uri="{FF2B5EF4-FFF2-40B4-BE49-F238E27FC236}">
                  <a16:creationId xmlns:a16="http://schemas.microsoft.com/office/drawing/2014/main" id="{DD81AA46-323B-1C40-11C0-D6747095F6E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72862" y="615595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32" name="Oval 331">
              <a:extLst>
                <a:ext uri="{FF2B5EF4-FFF2-40B4-BE49-F238E27FC236}">
                  <a16:creationId xmlns:a16="http://schemas.microsoft.com/office/drawing/2014/main" id="{92E1993A-B23A-C435-4CC1-2275C2A55FE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92643" y="619387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34" name="Oval 333">
              <a:extLst>
                <a:ext uri="{FF2B5EF4-FFF2-40B4-BE49-F238E27FC236}">
                  <a16:creationId xmlns:a16="http://schemas.microsoft.com/office/drawing/2014/main" id="{E5448CAF-57E1-6415-5A52-BB14567F66F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23780" y="626114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36" name="Oval 335">
              <a:extLst>
                <a:ext uri="{FF2B5EF4-FFF2-40B4-BE49-F238E27FC236}">
                  <a16:creationId xmlns:a16="http://schemas.microsoft.com/office/drawing/2014/main" id="{DDA6805E-ACAD-567A-4F85-11F2B6896B1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83086" y="626848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38" name="Oval 337">
              <a:extLst>
                <a:ext uri="{FF2B5EF4-FFF2-40B4-BE49-F238E27FC236}">
                  <a16:creationId xmlns:a16="http://schemas.microsoft.com/office/drawing/2014/main" id="{967CD678-E01C-F53F-5CAA-C319CD58830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87580" y="638183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40" name="Oval 339">
              <a:extLst>
                <a:ext uri="{FF2B5EF4-FFF2-40B4-BE49-F238E27FC236}">
                  <a16:creationId xmlns:a16="http://schemas.microsoft.com/office/drawing/2014/main" id="{9D97EB87-04F8-191A-E7F1-DC8A7F877D0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05780" y="640275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42" name="Oval 341">
              <a:extLst>
                <a:ext uri="{FF2B5EF4-FFF2-40B4-BE49-F238E27FC236}">
                  <a16:creationId xmlns:a16="http://schemas.microsoft.com/office/drawing/2014/main" id="{4BFCB424-8EBD-C61C-4D1F-32514FC1F2D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37998" y="639983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44" name="Oval 343">
              <a:extLst>
                <a:ext uri="{FF2B5EF4-FFF2-40B4-BE49-F238E27FC236}">
                  <a16:creationId xmlns:a16="http://schemas.microsoft.com/office/drawing/2014/main" id="{FAE03CF4-B253-9209-A875-8523A57DA6E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85136" y="636383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46" name="Oval 345">
              <a:extLst>
                <a:ext uri="{FF2B5EF4-FFF2-40B4-BE49-F238E27FC236}">
                  <a16:creationId xmlns:a16="http://schemas.microsoft.com/office/drawing/2014/main" id="{E59BCE81-D8D1-1049-ADB9-6FFED1086E3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88610" y="623477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48" name="Oval 347">
              <a:extLst>
                <a:ext uri="{FF2B5EF4-FFF2-40B4-BE49-F238E27FC236}">
                  <a16:creationId xmlns:a16="http://schemas.microsoft.com/office/drawing/2014/main" id="{1DFDD3F5-B902-73FC-B641-BC9B8D4A630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48825" y="645064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50" name="Oval 349">
              <a:extLst>
                <a:ext uri="{FF2B5EF4-FFF2-40B4-BE49-F238E27FC236}">
                  <a16:creationId xmlns:a16="http://schemas.microsoft.com/office/drawing/2014/main" id="{EF8C48B9-0A40-7C19-8E7A-4494BDFB957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89932" y="663859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52" name="Oval 351">
              <a:extLst>
                <a:ext uri="{FF2B5EF4-FFF2-40B4-BE49-F238E27FC236}">
                  <a16:creationId xmlns:a16="http://schemas.microsoft.com/office/drawing/2014/main" id="{A612EC50-3680-9962-A16C-6C2650B4C48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10870" y="666432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54" name="Oval 353">
              <a:extLst>
                <a:ext uri="{FF2B5EF4-FFF2-40B4-BE49-F238E27FC236}">
                  <a16:creationId xmlns:a16="http://schemas.microsoft.com/office/drawing/2014/main" id="{F1B07BE5-7286-CC12-EE27-D32CC68E5EE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59780" y="653207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56" name="Oval 355">
              <a:extLst>
                <a:ext uri="{FF2B5EF4-FFF2-40B4-BE49-F238E27FC236}">
                  <a16:creationId xmlns:a16="http://schemas.microsoft.com/office/drawing/2014/main" id="{F63F81C8-F443-5399-2EC3-0711185CD58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40456" y="657757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58" name="Oval 357">
              <a:extLst>
                <a:ext uri="{FF2B5EF4-FFF2-40B4-BE49-F238E27FC236}">
                  <a16:creationId xmlns:a16="http://schemas.microsoft.com/office/drawing/2014/main" id="{4C196483-32D2-D6BD-5FA3-AE78822828E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11888" y="648664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59" name="Oval 358">
              <a:extLst>
                <a:ext uri="{FF2B5EF4-FFF2-40B4-BE49-F238E27FC236}">
                  <a16:creationId xmlns:a16="http://schemas.microsoft.com/office/drawing/2014/main" id="{1DBEE431-A9FB-172D-9772-04CDA9E4065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74907" y="673972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0" name="Oval 359">
              <a:extLst>
                <a:ext uri="{FF2B5EF4-FFF2-40B4-BE49-F238E27FC236}">
                  <a16:creationId xmlns:a16="http://schemas.microsoft.com/office/drawing/2014/main" id="{5D7194F8-63B8-0273-FE2C-DFF60CFC514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87989" y="674684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1" name="Oval 360">
              <a:extLst>
                <a:ext uri="{FF2B5EF4-FFF2-40B4-BE49-F238E27FC236}">
                  <a16:creationId xmlns:a16="http://schemas.microsoft.com/office/drawing/2014/main" id="{881FDACA-3B28-BA44-7AC8-5A6E796E241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03409" y="671978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2" name="Oval 361">
              <a:extLst>
                <a:ext uri="{FF2B5EF4-FFF2-40B4-BE49-F238E27FC236}">
                  <a16:creationId xmlns:a16="http://schemas.microsoft.com/office/drawing/2014/main" id="{9FCE380A-CB86-C47E-C022-7955C622568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14132" y="444884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3" name="Oval 362">
              <a:extLst>
                <a:ext uri="{FF2B5EF4-FFF2-40B4-BE49-F238E27FC236}">
                  <a16:creationId xmlns:a16="http://schemas.microsoft.com/office/drawing/2014/main" id="{24EEFB48-E543-CDBB-0A5D-DA6E80EF6C6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39683" y="30079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6" name="Oval 365">
              <a:extLst>
                <a:ext uri="{FF2B5EF4-FFF2-40B4-BE49-F238E27FC236}">
                  <a16:creationId xmlns:a16="http://schemas.microsoft.com/office/drawing/2014/main" id="{7AD5EA80-A239-EAF1-508C-D5C898BFE80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51552" y="174070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8" name="Oval 367">
              <a:extLst>
                <a:ext uri="{FF2B5EF4-FFF2-40B4-BE49-F238E27FC236}">
                  <a16:creationId xmlns:a16="http://schemas.microsoft.com/office/drawing/2014/main" id="{0B68A993-15EA-68E8-7DD8-BBE38F089F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88826" y="176882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370" name="Oval 369">
              <a:extLst>
                <a:ext uri="{FF2B5EF4-FFF2-40B4-BE49-F238E27FC236}">
                  <a16:creationId xmlns:a16="http://schemas.microsoft.com/office/drawing/2014/main" id="{1668A957-E5FA-86AD-3F76-0D8803D24E0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84377" y="184657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1" name="Oval 370">
              <a:extLst>
                <a:ext uri="{FF2B5EF4-FFF2-40B4-BE49-F238E27FC236}">
                  <a16:creationId xmlns:a16="http://schemas.microsoft.com/office/drawing/2014/main" id="{7DD8E3C6-1AED-F6B0-DF2D-89D83F2CAE2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36060" y="168357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2" name="Oval 371">
              <a:extLst>
                <a:ext uri="{FF2B5EF4-FFF2-40B4-BE49-F238E27FC236}">
                  <a16:creationId xmlns:a16="http://schemas.microsoft.com/office/drawing/2014/main" id="{FE28589C-8B8D-8946-9B21-EF0352C2F73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00671" y="162688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3" name="Oval 372">
              <a:extLst>
                <a:ext uri="{FF2B5EF4-FFF2-40B4-BE49-F238E27FC236}">
                  <a16:creationId xmlns:a16="http://schemas.microsoft.com/office/drawing/2014/main" id="{D4C7EBBE-CD04-D16E-0A40-38537415E96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21737" y="19103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4" name="Oval 373">
              <a:extLst>
                <a:ext uri="{FF2B5EF4-FFF2-40B4-BE49-F238E27FC236}">
                  <a16:creationId xmlns:a16="http://schemas.microsoft.com/office/drawing/2014/main" id="{A270C9CB-6C28-F1BA-35F9-5C017F7108E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83071" y="198317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5" name="Oval 374">
              <a:extLst>
                <a:ext uri="{FF2B5EF4-FFF2-40B4-BE49-F238E27FC236}">
                  <a16:creationId xmlns:a16="http://schemas.microsoft.com/office/drawing/2014/main" id="{7247F7EF-F274-9877-CDFF-384F07AC999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479360" y="19741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6" name="Oval 375">
              <a:extLst>
                <a:ext uri="{FF2B5EF4-FFF2-40B4-BE49-F238E27FC236}">
                  <a16:creationId xmlns:a16="http://schemas.microsoft.com/office/drawing/2014/main" id="{4390274C-D229-1969-D311-6CC3FA14B72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91229" y="208726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7" name="Oval 376">
              <a:extLst>
                <a:ext uri="{FF2B5EF4-FFF2-40B4-BE49-F238E27FC236}">
                  <a16:creationId xmlns:a16="http://schemas.microsoft.com/office/drawing/2014/main" id="{EFC8B318-5096-26E5-4FE7-033A8016137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59329" y="22111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8" name="Oval 377">
              <a:extLst>
                <a:ext uri="{FF2B5EF4-FFF2-40B4-BE49-F238E27FC236}">
                  <a16:creationId xmlns:a16="http://schemas.microsoft.com/office/drawing/2014/main" id="{3E027B74-CB22-C6F9-245D-2015CC8584C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98136" y="235557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9" name="Oval 378">
              <a:extLst>
                <a:ext uri="{FF2B5EF4-FFF2-40B4-BE49-F238E27FC236}">
                  <a16:creationId xmlns:a16="http://schemas.microsoft.com/office/drawing/2014/main" id="{86CCE9A9-7390-6390-1436-BC9903526DE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487050" y="208490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80" name="Oval 379">
              <a:extLst>
                <a:ext uri="{FF2B5EF4-FFF2-40B4-BE49-F238E27FC236}">
                  <a16:creationId xmlns:a16="http://schemas.microsoft.com/office/drawing/2014/main" id="{6774875F-B6C9-2753-A1CF-405A923F064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51077" y="169833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81" name="Oval 380">
              <a:extLst>
                <a:ext uri="{FF2B5EF4-FFF2-40B4-BE49-F238E27FC236}">
                  <a16:creationId xmlns:a16="http://schemas.microsoft.com/office/drawing/2014/main" id="{DE2C922E-3612-9355-38C2-C5371547BE7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22195" y="229497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82" name="Oval 381">
              <a:extLst>
                <a:ext uri="{FF2B5EF4-FFF2-40B4-BE49-F238E27FC236}">
                  <a16:creationId xmlns:a16="http://schemas.microsoft.com/office/drawing/2014/main" id="{4F8D882F-B10E-66E3-E929-8DDDA14EBED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60981" y="245981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83" name="Oval 382">
              <a:extLst>
                <a:ext uri="{FF2B5EF4-FFF2-40B4-BE49-F238E27FC236}">
                  <a16:creationId xmlns:a16="http://schemas.microsoft.com/office/drawing/2014/main" id="{36DC5647-BFFF-4363-4EA5-34247C2E495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72692" y="26136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4" name="Rectangle 363">
              <a:extLst>
                <a:ext uri="{FF2B5EF4-FFF2-40B4-BE49-F238E27FC236}">
                  <a16:creationId xmlns:a16="http://schemas.microsoft.com/office/drawing/2014/main" id="{7DC3DAA3-C33C-7DEF-7EE5-397DAC76B24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59257" y="1938191"/>
              <a:ext cx="632743" cy="4919810"/>
            </a:xfrm>
            <a:prstGeom prst="rect">
              <a:avLst/>
            </a:prstGeom>
            <a:gradFill>
              <a:gsLst>
                <a:gs pos="0">
                  <a:schemeClr val="bg1">
                    <a:lumMod val="95000"/>
                    <a:alpha val="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cxnSp>
        <p:nvCxnSpPr>
          <p:cNvPr id="385" name="Straight Connector 384">
            <a:extLst>
              <a:ext uri="{FF2B5EF4-FFF2-40B4-BE49-F238E27FC236}">
                <a16:creationId xmlns:a16="http://schemas.microsoft.com/office/drawing/2014/main" id="{D3B33948-5512-0A3D-B737-3DC81E5752FC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6200" y="733425"/>
            <a:ext cx="1048702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6" name="TextBox 385">
            <a:extLst>
              <a:ext uri="{FF2B5EF4-FFF2-40B4-BE49-F238E27FC236}">
                <a16:creationId xmlns:a16="http://schemas.microsoft.com/office/drawing/2014/main" id="{CEC0BE5A-E448-0868-521E-FD3A76C24FB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981575" y="6628626"/>
            <a:ext cx="6057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Aakash Nandy ▪ Engineering Science - Aerospace</a:t>
            </a:r>
          </a:p>
        </p:txBody>
      </p:sp>
      <p:sp>
        <p:nvSpPr>
          <p:cNvPr id="393" name="Title 1">
            <a:extLst>
              <a:ext uri="{FF2B5EF4-FFF2-40B4-BE49-F238E27FC236}">
                <a16:creationId xmlns:a16="http://schemas.microsoft.com/office/drawing/2014/main" id="{02C67795-10E0-A7FA-6AC6-186BD1652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75" y="0"/>
            <a:ext cx="10382250" cy="876299"/>
          </a:xfrm>
        </p:spPr>
        <p:txBody>
          <a:bodyPr>
            <a:normAutofit/>
          </a:bodyPr>
          <a:lstStyle/>
          <a:p>
            <a:r>
              <a:rPr lang="en-CA" sz="3200" b="1" dirty="0"/>
              <a:t>MBSE Pipeline: Workbench Project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DC8D056-C68E-05C0-10BD-0C33673BD0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975" y="838591"/>
            <a:ext cx="4073710" cy="5752324"/>
          </a:xfrm>
          <a:prstGeom prst="rect">
            <a:avLst/>
          </a:prstGeom>
          <a:ln w="38100">
            <a:solidFill>
              <a:srgbClr val="000000"/>
            </a:solidFill>
          </a:ln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A8C23B0-7119-8CBA-D1E1-A056A558FDEE}"/>
              </a:ext>
            </a:extLst>
          </p:cNvPr>
          <p:cNvCxnSpPr/>
          <p:nvPr/>
        </p:nvCxnSpPr>
        <p:spPr>
          <a:xfrm>
            <a:off x="1998481" y="5420412"/>
            <a:ext cx="2196000" cy="0"/>
          </a:xfrm>
          <a:prstGeom prst="line">
            <a:avLst/>
          </a:prstGeom>
          <a:ln w="3175">
            <a:solidFill>
              <a:srgbClr val="C00000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398FAA4-D1A1-A9B7-888B-9602D58F0E08}"/>
              </a:ext>
            </a:extLst>
          </p:cNvPr>
          <p:cNvCxnSpPr/>
          <p:nvPr/>
        </p:nvCxnSpPr>
        <p:spPr>
          <a:xfrm flipV="1">
            <a:off x="4194481" y="1423447"/>
            <a:ext cx="0" cy="3996965"/>
          </a:xfrm>
          <a:prstGeom prst="line">
            <a:avLst/>
          </a:prstGeom>
          <a:ln w="31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51E7D0F-C9C8-10B9-ED9D-AAA8424DD3A3}"/>
              </a:ext>
            </a:extLst>
          </p:cNvPr>
          <p:cNvCxnSpPr/>
          <p:nvPr/>
        </p:nvCxnSpPr>
        <p:spPr>
          <a:xfrm flipH="1">
            <a:off x="4110087" y="1423447"/>
            <a:ext cx="84394" cy="0"/>
          </a:xfrm>
          <a:prstGeom prst="line">
            <a:avLst/>
          </a:prstGeom>
          <a:ln w="31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A047D2B-6001-25DF-E10E-2FAE42BFCAAE}"/>
                  </a:ext>
                </a:extLst>
              </p:cNvPr>
              <p:cNvSpPr txBox="1"/>
              <p:nvPr/>
            </p:nvSpPr>
            <p:spPr>
              <a:xfrm>
                <a:off x="4301820" y="782029"/>
                <a:ext cx="7132894" cy="59708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CA" b="1" dirty="0">
                    <a:effectLst/>
                    <a:latin typeface="+mn-lt"/>
                  </a:rPr>
                  <a:t>Parametric CAD Coupling:</a:t>
                </a:r>
                <a:r>
                  <a:rPr lang="en-CA" dirty="0">
                    <a:effectLst/>
                    <a:latin typeface="+mn-lt"/>
                  </a:rPr>
                  <a:t> Bi-directional parameter linking </a:t>
                </a:r>
                <a:r>
                  <a:rPr lang="en-CA" dirty="0"/>
                  <a:t>exports</a:t>
                </a:r>
                <a:r>
                  <a:rPr lang="en-CA" dirty="0">
                    <a:effectLst/>
                    <a:latin typeface="+mn-lt"/>
                  </a:rPr>
                  <a:t> </a:t>
                </a:r>
                <a:r>
                  <a:rPr lang="en-CA" dirty="0" err="1">
                    <a:effectLst/>
                    <a:latin typeface="+mn-lt"/>
                  </a:rPr>
                  <a:t>CFturbo</a:t>
                </a:r>
                <a:r>
                  <a:rPr lang="en-CA" dirty="0">
                    <a:effectLst/>
                    <a:latin typeface="+mn-lt"/>
                  </a:rPr>
                  <a:t> geometric variables directly to the ANSYS Workbench Parameter Set.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CA" sz="1400" dirty="0">
                  <a:effectLst/>
                  <a:latin typeface="+mn-lt"/>
                </a:endParaRP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CA" b="1" dirty="0">
                    <a:effectLst/>
                    <a:latin typeface="+mn-lt"/>
                  </a:rPr>
                  <a:t>Hybrid Meshing Strategy:</a:t>
                </a:r>
                <a:r>
                  <a:rPr lang="en-CA" dirty="0">
                    <a:effectLst/>
                    <a:latin typeface="+mn-lt"/>
                  </a:rPr>
                  <a:t> Automated multi-domain meshing routes rotating components (axial inducer) through </a:t>
                </a:r>
                <a:r>
                  <a:rPr lang="en-CA" b="1" dirty="0" err="1">
                    <a:effectLst/>
                    <a:latin typeface="+mn-lt"/>
                  </a:rPr>
                  <a:t>TurboGrid</a:t>
                </a:r>
                <a:r>
                  <a:rPr lang="en-CA" dirty="0">
                    <a:effectLst/>
                    <a:latin typeface="+mn-lt"/>
                  </a:rPr>
                  <a:t> for boundary-layer conformal sector grids, while stationary and complex components (impeller/volute) route through </a:t>
                </a:r>
                <a:r>
                  <a:rPr lang="en-CA" b="1" dirty="0" err="1">
                    <a:effectLst/>
                    <a:latin typeface="+mn-lt"/>
                  </a:rPr>
                  <a:t>SpaceClaim</a:t>
                </a:r>
                <a:r>
                  <a:rPr lang="en-CA" b="1" dirty="0">
                    <a:effectLst/>
                    <a:latin typeface="+mn-lt"/>
                  </a:rPr>
                  <a:t> / ANSYS Meshing</a:t>
                </a:r>
                <a:r>
                  <a:rPr lang="en-CA" dirty="0">
                    <a:effectLst/>
                    <a:latin typeface="+mn-lt"/>
                  </a:rPr>
                  <a:t>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CA" sz="1400" dirty="0">
                  <a:effectLst/>
                  <a:latin typeface="+mn-lt"/>
                </a:endParaRP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CA" b="1" dirty="0">
                    <a:effectLst/>
                    <a:latin typeface="+mn-lt"/>
                  </a:rPr>
                  <a:t>3D Navier-Stokes Evaluation:</a:t>
                </a:r>
                <a:r>
                  <a:rPr lang="en-CA" dirty="0">
                    <a:effectLst/>
                    <a:latin typeface="+mn-lt"/>
                  </a:rPr>
                  <a:t> </a:t>
                </a:r>
                <a:r>
                  <a:rPr lang="en-CA" b="1" dirty="0">
                    <a:effectLst/>
                    <a:latin typeface="+mn-lt"/>
                  </a:rPr>
                  <a:t>ANSYS CFX</a:t>
                </a:r>
                <a:r>
                  <a:rPr lang="en-CA" dirty="0">
                    <a:effectLst/>
                    <a:latin typeface="+mn-lt"/>
                  </a:rPr>
                  <a:t> runs steady-state simulations (</a:t>
                </a:r>
                <a14:m>
                  <m:oMath xmlns:m="http://schemas.openxmlformats.org/officeDocument/2006/math">
                    <m:r>
                      <a:rPr lang="en-CA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CA" dirty="0">
                    <a:effectLst/>
                    <a:latin typeface="+mn-lt"/>
                  </a:rPr>
                  <a:t>-</a:t>
                </a:r>
                <a14:m>
                  <m:oMath xmlns:m="http://schemas.openxmlformats.org/officeDocument/2006/math">
                    <m:r>
                      <a:rPr lang="en-CA" i="1" smtClean="0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CA" dirty="0">
                    <a:effectLst/>
                    <a:latin typeface="+mn-lt"/>
                  </a:rPr>
                  <a:t> SST turbulence, mixing-plane frame changes) using subcooled LOX real-fluid properties to extract head rise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CA" dirty="0">
                    <a:effectLst/>
                    <a:latin typeface="+mn-lt"/>
                  </a:rPr>
                  <a:t>), hydraulic efficiency (</a:t>
                </a:r>
                <a14:m>
                  <m:oMath xmlns:m="http://schemas.openxmlformats.org/officeDocument/2006/math">
                    <m:r>
                      <a:rPr lang="en-CA" i="1" smtClean="0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CA" dirty="0">
                    <a:effectLst/>
                    <a:latin typeface="+mn-lt"/>
                  </a:rPr>
                  <a:t>), and cavitation risk monitors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i="0"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  <m:r>
                      <a:rPr lang="en-CA" i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nor/>
                          </m:rPr>
                          <a:rPr lang="en-CA" i="0">
                            <a:latin typeface="+mn-lt"/>
                          </a:rPr>
                          <m:t>sat</m:t>
                        </m:r>
                      </m:sub>
                    </m:sSub>
                  </m:oMath>
                </a14:m>
                <a:r>
                  <a:rPr lang="en-CA" dirty="0">
                    <a:effectLst/>
                    <a:latin typeface="+mn-lt"/>
                  </a:rPr>
                  <a:t>).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CA" sz="1400" dirty="0">
                  <a:effectLst/>
                  <a:latin typeface="+mn-lt"/>
                </a:endParaRP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CA" b="1" dirty="0">
                    <a:effectLst/>
                    <a:latin typeface="+mn-lt"/>
                  </a:rPr>
                  <a:t>Design Exploration Engine (</a:t>
                </a:r>
                <a:r>
                  <a:rPr lang="en-CA" b="1" dirty="0" err="1">
                    <a:effectLst/>
                    <a:latin typeface="+mn-lt"/>
                  </a:rPr>
                  <a:t>optiSLang</a:t>
                </a:r>
                <a:r>
                  <a:rPr lang="en-CA" b="1" dirty="0">
                    <a:effectLst/>
                    <a:latin typeface="+mn-lt"/>
                  </a:rPr>
                  <a:t> / </a:t>
                </a:r>
                <a:r>
                  <a:rPr lang="en-CA" b="1" dirty="0" err="1">
                    <a:effectLst/>
                    <a:latin typeface="+mn-lt"/>
                  </a:rPr>
                  <a:t>DesignXplorer</a:t>
                </a:r>
                <a:r>
                  <a:rPr lang="en-CA" b="1" dirty="0">
                    <a:effectLst/>
                    <a:latin typeface="+mn-lt"/>
                  </a:rPr>
                  <a:t>):</a:t>
                </a:r>
                <a:r>
                  <a:rPr lang="en-CA" dirty="0">
                    <a:effectLst/>
                    <a:latin typeface="+mn-lt"/>
                  </a:rPr>
                  <a:t> Executes a Latin Hypercube Sampling (LHS) Design of Experiments (DoE) and Response Surface meta-modeling to drive batch updates back into </a:t>
                </a:r>
                <a:r>
                  <a:rPr lang="en-CA" dirty="0" err="1">
                    <a:effectLst/>
                    <a:latin typeface="+mn-lt"/>
                  </a:rPr>
                  <a:t>CFturbo</a:t>
                </a:r>
                <a:r>
                  <a:rPr lang="en-CA" dirty="0">
                    <a:effectLst/>
                    <a:latin typeface="+mn-lt"/>
                  </a:rPr>
                  <a:t>, isolating the optimal design.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CA" sz="1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CA" b="1" dirty="0">
                    <a:effectLst/>
                    <a:latin typeface="Google Sans Text"/>
                  </a:rPr>
                  <a:t>Note: </a:t>
                </a:r>
                <a:r>
                  <a:rPr lang="en-CA" dirty="0">
                    <a:effectLst/>
                    <a:latin typeface="Google Sans Text"/>
                  </a:rPr>
                  <a:t>CFX results should inform discharge coefficients and slip factor in the 1D model.</a:t>
                </a:r>
                <a:endParaRPr lang="en-CA" b="1" dirty="0">
                  <a:effectLst/>
                  <a:latin typeface="Google Sans Text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A047D2B-6001-25DF-E10E-2FAE42BFCA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1820" y="782029"/>
                <a:ext cx="7132894" cy="5970865"/>
              </a:xfrm>
              <a:prstGeom prst="rect">
                <a:avLst/>
              </a:prstGeom>
              <a:blipFill>
                <a:blip r:embed="rId5"/>
                <a:stretch>
                  <a:fillRect l="-598" t="-408" r="-1197" b="-102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6948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852CCE-7619-D3C2-B5B1-9D101EBF6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7511C8D4-21CE-1F8C-AAFF-5AAC0799C0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3254" y="3687109"/>
            <a:ext cx="2979544" cy="2802425"/>
          </a:xfrm>
          <a:prstGeom prst="rect">
            <a:avLst/>
          </a:prstGeom>
          <a:ln w="38100">
            <a:solidFill>
              <a:srgbClr val="424341"/>
            </a:solidFill>
          </a:ln>
        </p:spPr>
      </p:pic>
      <p:grpSp>
        <p:nvGrpSpPr>
          <p:cNvPr id="392" name="Group 391">
            <a:extLst>
              <a:ext uri="{FF2B5EF4-FFF2-40B4-BE49-F238E27FC236}">
                <a16:creationId xmlns:a16="http://schemas.microsoft.com/office/drawing/2014/main" id="{CB585F4C-17C8-A37B-D168-93F2CB7088D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0770010" y="-117399"/>
            <a:ext cx="1453570" cy="6975400"/>
            <a:chOff x="10770010" y="-117399"/>
            <a:chExt cx="1453570" cy="6975400"/>
          </a:xfrm>
        </p:grpSpPr>
        <p:sp>
          <p:nvSpPr>
            <p:cNvPr id="365" name="Oval 364">
              <a:extLst>
                <a:ext uri="{FF2B5EF4-FFF2-40B4-BE49-F238E27FC236}">
                  <a16:creationId xmlns:a16="http://schemas.microsoft.com/office/drawing/2014/main" id="{727B8CDC-FDCB-104B-12AC-1B703886FC5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38907" y="295017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041F1F8-87CA-4719-AFC4-639A041AA87A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866728">
              <a:off x="10770010" y="-117399"/>
              <a:ext cx="1163816" cy="2147195"/>
            </a:xfrm>
            <a:prstGeom prst="rect">
              <a:avLst/>
            </a:prstGeom>
          </p:spPr>
        </p:pic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77B3601F-E714-4619-06C8-341347E4217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87200" y="178860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D8E737C6-7A56-EDD4-0278-62EE609F728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32167" y="18563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3272DF12-DA38-AABF-4B10-362C7E4A338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23200" y="18923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E92598D7-5EEB-2D2B-17B8-E8330A337AB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41134" y="18743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5D9B623D-9156-F24D-6FB4-75CB1312D78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14167" y="19564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9499CD11-9D8F-1568-3692-85B73FDFC03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87552" y="182492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DD53234A-F276-9070-937F-931F8D68A6E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98619" y="19564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06519B84-37D0-6CA5-CE49-92A7399C6D9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23552" y="19381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8CF68AAD-A7BB-F8DB-F3C8-68273F46358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29715" y="199882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538DCA99-A7D0-C76B-7118-6A82B683E46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64671" y="205145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A29E2827-2452-5320-942B-D5727E391D6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82671" y="18743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CDD16C5D-8432-F155-87D1-22762E49B7D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27950" y="206690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6C8BB693-AACC-1A6F-7B3E-6404BE19098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47657" y="198082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A17E3F0A-05B3-3B8C-A49F-0F37A7011C2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91590" y="206690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AD68B387-6B87-8E47-BF7F-2842269D54C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69552" y="210290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49714D42-8B89-6798-2FB1-B082AE578ED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77134" y="215932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C21AD0FD-CB0A-0A76-3A7C-9277DFEEBA3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26620" y="227931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9E65F8A4-F5EA-A527-D423-0F054736DF2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41200" y="240581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83C79423-4D5A-7DBA-8EF1-2F52ADD39C8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89232" y="234549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1E846905-4CC7-F674-A407-6BB92AE8D96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87200" y="21751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E9C1076A-3463-C709-77E8-1FE71F0269F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23552" y="22185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A0E698BC-D616-0DC6-161A-7D2C92CDBC4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17934" y="215032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FD46DB8F-02DD-7983-9285-56270B5B163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90103" y="226974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53DCCC58-D1E2-9C64-BEC4-B7A9E96482F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80619" y="21931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32AF0808-E9C8-99C4-70A9-63B010D4CE8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11657" y="227931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57C86E9D-4C72-EF4F-E0FA-220DC200FAA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41552" y="236092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5ED84F8F-AF71-F8B8-65D4-ED4FC8FF025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26103" y="239692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D30DD480-C8F9-10DB-9FE1-A21262E94FD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33077" y="244181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69163157-19B6-B316-6BC8-2BF50179969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52858" y="247973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7935F3E8-7051-1CEB-24F8-79DB0A2BB09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83995" y="254699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3E244307-FB23-B87C-8E24-B27B87DF7FE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43301" y="25543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6D40751C-5A9C-43FB-640F-A3A03A84FEB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47795" y="26676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A3C17014-19D2-28E2-4CF3-9D9994444FB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65995" y="268861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21B85C3E-7254-CE70-752A-D33CA58B979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98213" y="26856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25F5A2B2-DF94-37AA-267F-979C839FFAC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45351" y="26496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80B31A8F-CC57-BC76-18AD-C5F15067CD5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48825" y="252062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A233B120-2C05-021B-324D-43D61A79C94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26132" y="272795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C1626DF4-D3E4-AB1A-FB31-C66553D9C6D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50147" y="292445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2F9C2EED-BA04-735C-1073-B558D0F5218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71085" y="295017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6195AB6B-F474-F44B-6B29-6BDFF2F9E95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19995" y="281792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B234D2AB-04E9-5328-C428-1EF16C89725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00671" y="286342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0384ED66-8CE8-4C62-2A26-C2950B2AFD0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72103" y="277249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834DACFE-1D93-C939-C381-396EE0DDB5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14112" y="31265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1683E65E-8C8C-F874-67A3-06F0B6FEEF7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62144" y="306626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13F6A00B-EA9A-267E-8255-D5864751FA3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14464" y="308169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BCF1CB17-A6A8-7C10-5492-68F3E3FA563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99015" y="311769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13A52868-5DF2-6B08-DB4C-33829E6A421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05989" y="31625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78F7A5FF-14CE-4893-601A-B6C6E3370CD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25770" y="320050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96640836-7460-A21B-515E-A5806ACA7FF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56907" y="326777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9C48F0C5-8909-DBDC-4631-3C92BF16FFF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16213" y="327510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5DD90CCE-249E-69C3-C415-26950A56F5C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20707" y="338846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7D3F9010-E39B-9A40-855B-1315CE589F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38907" y="340938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CB0510A5-CD60-3E53-0A88-72024823E25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71125" y="340646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C3F9BD10-19E9-F037-A026-1342AE67ADF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18263" y="337046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5C94FD9A-5EC6-B240-7322-88A97B0BD13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21737" y="324140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80C3FB7B-6A5F-BCA8-5808-8EE1DDB38AF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9008305">
              <a:off x="11616136" y="346581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45F29E7C-EF18-B2CD-787F-F94E5071F72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23059" y="364522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F37706B6-C134-C64B-4A31-C722B25C766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43997" y="367094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DB92FBFB-5092-10E9-4404-A3E6BC11499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92907" y="353870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7C303406-E7B4-6C09-7675-AC374DC4B0D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73583" y="358420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ADEC4B88-A10E-B74B-71D5-0688E2D7965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45015" y="349327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1D79C1EC-B0CD-D0DF-C882-B4F4B73EFFA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15047" y="39382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6C1A0F1D-A3F3-ED24-4C91-9830DF29222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63079" y="387797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20A882DF-EB61-152F-FCA1-8998601BD35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15399" y="389340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DAA7F0E7-9D07-82EF-3815-A9EA8DD870C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99950" y="392940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F3038B5B-BE07-9267-155D-4BC450A6F8C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26705" y="401221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13CEFED9-3745-8D52-25E2-1385BD57718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57842" y="407947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8A15ECBC-2F11-A560-EB8B-5AE3BCCAF20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17148" y="408681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1" name="Oval 220">
              <a:extLst>
                <a:ext uri="{FF2B5EF4-FFF2-40B4-BE49-F238E27FC236}">
                  <a16:creationId xmlns:a16="http://schemas.microsoft.com/office/drawing/2014/main" id="{E3F7EB64-11A2-E9DA-4DD5-9F07BDECDCD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39842" y="422109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3" name="Oval 222">
              <a:extLst>
                <a:ext uri="{FF2B5EF4-FFF2-40B4-BE49-F238E27FC236}">
                  <a16:creationId xmlns:a16="http://schemas.microsoft.com/office/drawing/2014/main" id="{21D06443-735C-7D5E-564C-C360FCDC817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72060" y="421816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5" name="Oval 224">
              <a:extLst>
                <a:ext uri="{FF2B5EF4-FFF2-40B4-BE49-F238E27FC236}">
                  <a16:creationId xmlns:a16="http://schemas.microsoft.com/office/drawing/2014/main" id="{61E31EFD-976E-B78B-94FE-F796333CD70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19198" y="418216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7" name="Oval 226">
              <a:extLst>
                <a:ext uri="{FF2B5EF4-FFF2-40B4-BE49-F238E27FC236}">
                  <a16:creationId xmlns:a16="http://schemas.microsoft.com/office/drawing/2014/main" id="{89064A18-7C09-D50D-23CD-509F2002E97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22672" y="405310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9" name="Oval 228">
              <a:extLst>
                <a:ext uri="{FF2B5EF4-FFF2-40B4-BE49-F238E27FC236}">
                  <a16:creationId xmlns:a16="http://schemas.microsoft.com/office/drawing/2014/main" id="{0E8A8F06-1C60-6A39-F40B-7A3CBFB1E61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82887" y="426897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31" name="Oval 230">
              <a:extLst>
                <a:ext uri="{FF2B5EF4-FFF2-40B4-BE49-F238E27FC236}">
                  <a16:creationId xmlns:a16="http://schemas.microsoft.com/office/drawing/2014/main" id="{64E971DB-6763-5DB7-4B4D-C6BA4B21A94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23994" y="445692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33" name="Oval 232">
              <a:extLst>
                <a:ext uri="{FF2B5EF4-FFF2-40B4-BE49-F238E27FC236}">
                  <a16:creationId xmlns:a16="http://schemas.microsoft.com/office/drawing/2014/main" id="{2BC26FA6-A367-BD1F-F207-9EC0E1A2FF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44932" y="448265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35" name="Oval 234">
              <a:extLst>
                <a:ext uri="{FF2B5EF4-FFF2-40B4-BE49-F238E27FC236}">
                  <a16:creationId xmlns:a16="http://schemas.microsoft.com/office/drawing/2014/main" id="{33574AE8-DF17-EED5-C8A4-0F02286A9C2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93842" y="435040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37" name="Oval 236">
              <a:extLst>
                <a:ext uri="{FF2B5EF4-FFF2-40B4-BE49-F238E27FC236}">
                  <a16:creationId xmlns:a16="http://schemas.microsoft.com/office/drawing/2014/main" id="{D53DADB0-CF3A-9C82-017C-A9496F3FD6B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57426" y="437026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39" name="Oval 238">
              <a:extLst>
                <a:ext uri="{FF2B5EF4-FFF2-40B4-BE49-F238E27FC236}">
                  <a16:creationId xmlns:a16="http://schemas.microsoft.com/office/drawing/2014/main" id="{EF2BDB58-7424-946B-D734-1F7809412F3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45950" y="430497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0" name="Oval 239">
              <a:extLst>
                <a:ext uri="{FF2B5EF4-FFF2-40B4-BE49-F238E27FC236}">
                  <a16:creationId xmlns:a16="http://schemas.microsoft.com/office/drawing/2014/main" id="{8E02E491-1DF2-8140-A610-BC84814A0C0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63950" y="37916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1" name="Oval 240">
              <a:extLst>
                <a:ext uri="{FF2B5EF4-FFF2-40B4-BE49-F238E27FC236}">
                  <a16:creationId xmlns:a16="http://schemas.microsoft.com/office/drawing/2014/main" id="{4AD67F24-B20B-689F-8BA5-2836AD63B33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47375" y="37559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2" name="Oval 241">
              <a:extLst>
                <a:ext uri="{FF2B5EF4-FFF2-40B4-BE49-F238E27FC236}">
                  <a16:creationId xmlns:a16="http://schemas.microsoft.com/office/drawing/2014/main" id="{4F77B798-A159-064E-AC9F-2EA107D77FD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38887" y="290913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3" name="Oval 242">
              <a:extLst>
                <a:ext uri="{FF2B5EF4-FFF2-40B4-BE49-F238E27FC236}">
                  <a16:creationId xmlns:a16="http://schemas.microsoft.com/office/drawing/2014/main" id="{0D5749C0-E3BF-373E-2C06-9CC389649C4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25805" y="37359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4" name="Oval 243">
              <a:extLst>
                <a:ext uri="{FF2B5EF4-FFF2-40B4-BE49-F238E27FC236}">
                  <a16:creationId xmlns:a16="http://schemas.microsoft.com/office/drawing/2014/main" id="{ECBFC9CB-93D9-4A16-9DA2-004A81F72C2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14464" y="380247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6" name="Oval 245">
              <a:extLst>
                <a:ext uri="{FF2B5EF4-FFF2-40B4-BE49-F238E27FC236}">
                  <a16:creationId xmlns:a16="http://schemas.microsoft.com/office/drawing/2014/main" id="{BFE65743-F685-0EC3-882C-F4377C4D5EB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19374" y="463455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8" name="Oval 247">
              <a:extLst>
                <a:ext uri="{FF2B5EF4-FFF2-40B4-BE49-F238E27FC236}">
                  <a16:creationId xmlns:a16="http://schemas.microsoft.com/office/drawing/2014/main" id="{C63B0F9F-C6EF-EDD3-3BB7-E0833829620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67406" y="457423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50" name="Oval 249">
              <a:extLst>
                <a:ext uri="{FF2B5EF4-FFF2-40B4-BE49-F238E27FC236}">
                  <a16:creationId xmlns:a16="http://schemas.microsoft.com/office/drawing/2014/main" id="{71876961-BB0D-4846-B69F-F07883CF875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19726" y="458966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52" name="Oval 251">
              <a:extLst>
                <a:ext uri="{FF2B5EF4-FFF2-40B4-BE49-F238E27FC236}">
                  <a16:creationId xmlns:a16="http://schemas.microsoft.com/office/drawing/2014/main" id="{B184D174-68D0-AE44-539C-85901D80259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04277" y="462566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56" name="Oval 255">
              <a:extLst>
                <a:ext uri="{FF2B5EF4-FFF2-40B4-BE49-F238E27FC236}">
                  <a16:creationId xmlns:a16="http://schemas.microsoft.com/office/drawing/2014/main" id="{5CA5C023-1C7E-1152-3775-E2BD97DF0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31032" y="470847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58" name="Oval 257">
              <a:extLst>
                <a:ext uri="{FF2B5EF4-FFF2-40B4-BE49-F238E27FC236}">
                  <a16:creationId xmlns:a16="http://schemas.microsoft.com/office/drawing/2014/main" id="{A4D4C638-7F64-F4D2-F155-D545632F186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62169" y="477574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60" name="Oval 259">
              <a:extLst>
                <a:ext uri="{FF2B5EF4-FFF2-40B4-BE49-F238E27FC236}">
                  <a16:creationId xmlns:a16="http://schemas.microsoft.com/office/drawing/2014/main" id="{2184728D-E0D9-4BF2-4F70-EB17B351361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21475" y="478307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64" name="Oval 263">
              <a:extLst>
                <a:ext uri="{FF2B5EF4-FFF2-40B4-BE49-F238E27FC236}">
                  <a16:creationId xmlns:a16="http://schemas.microsoft.com/office/drawing/2014/main" id="{257F6F1C-0A09-44EF-A211-6DA48ECD70A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44169" y="491735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66" name="Oval 265">
              <a:extLst>
                <a:ext uri="{FF2B5EF4-FFF2-40B4-BE49-F238E27FC236}">
                  <a16:creationId xmlns:a16="http://schemas.microsoft.com/office/drawing/2014/main" id="{CB149AC8-F72C-9043-EFD9-CADEAD8E9BD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76387" y="491443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68" name="Oval 267">
              <a:extLst>
                <a:ext uri="{FF2B5EF4-FFF2-40B4-BE49-F238E27FC236}">
                  <a16:creationId xmlns:a16="http://schemas.microsoft.com/office/drawing/2014/main" id="{F72AE0CA-A217-7CD0-D674-04AE22346F5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23525" y="487843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70" name="Oval 269">
              <a:extLst>
                <a:ext uri="{FF2B5EF4-FFF2-40B4-BE49-F238E27FC236}">
                  <a16:creationId xmlns:a16="http://schemas.microsoft.com/office/drawing/2014/main" id="{88839420-4097-CE62-D503-16A8BAB6D0D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26999" y="474937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72" name="Oval 271">
              <a:extLst>
                <a:ext uri="{FF2B5EF4-FFF2-40B4-BE49-F238E27FC236}">
                  <a16:creationId xmlns:a16="http://schemas.microsoft.com/office/drawing/2014/main" id="{D349ADC1-7155-A5F0-C7B5-F017D6D852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87214" y="496524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74" name="Oval 273">
              <a:extLst>
                <a:ext uri="{FF2B5EF4-FFF2-40B4-BE49-F238E27FC236}">
                  <a16:creationId xmlns:a16="http://schemas.microsoft.com/office/drawing/2014/main" id="{950676E8-2ECF-8A98-517F-EBF0A124F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28321" y="515319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76" name="Oval 275">
              <a:extLst>
                <a:ext uri="{FF2B5EF4-FFF2-40B4-BE49-F238E27FC236}">
                  <a16:creationId xmlns:a16="http://schemas.microsoft.com/office/drawing/2014/main" id="{29C56334-FE81-1241-6958-884859C39E1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49259" y="517892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78" name="Oval 277">
              <a:extLst>
                <a:ext uri="{FF2B5EF4-FFF2-40B4-BE49-F238E27FC236}">
                  <a16:creationId xmlns:a16="http://schemas.microsoft.com/office/drawing/2014/main" id="{2F4D9A59-5C6B-C4B2-4EC1-3511CE76B7B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98169" y="504667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80" name="Oval 279">
              <a:extLst>
                <a:ext uri="{FF2B5EF4-FFF2-40B4-BE49-F238E27FC236}">
                  <a16:creationId xmlns:a16="http://schemas.microsoft.com/office/drawing/2014/main" id="{8A6CF12B-E121-D0EF-19EC-65EC7FB8173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78845" y="509217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82" name="Oval 281">
              <a:extLst>
                <a:ext uri="{FF2B5EF4-FFF2-40B4-BE49-F238E27FC236}">
                  <a16:creationId xmlns:a16="http://schemas.microsoft.com/office/drawing/2014/main" id="{A216C90F-C85C-C305-F3FD-C6CFBABD25B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50277" y="500124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84" name="Oval 283">
              <a:extLst>
                <a:ext uri="{FF2B5EF4-FFF2-40B4-BE49-F238E27FC236}">
                  <a16:creationId xmlns:a16="http://schemas.microsoft.com/office/drawing/2014/main" id="{7F0ED76C-AFCF-5E0A-A938-84C09997364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75667" y="535204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86" name="Oval 285">
              <a:extLst>
                <a:ext uri="{FF2B5EF4-FFF2-40B4-BE49-F238E27FC236}">
                  <a16:creationId xmlns:a16="http://schemas.microsoft.com/office/drawing/2014/main" id="{9E5011E1-B05D-3A08-0F3F-61FC5CA85E4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23699" y="529172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88" name="Oval 287">
              <a:extLst>
                <a:ext uri="{FF2B5EF4-FFF2-40B4-BE49-F238E27FC236}">
                  <a16:creationId xmlns:a16="http://schemas.microsoft.com/office/drawing/2014/main" id="{862E1B52-98F8-3576-2066-684644F355D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76019" y="530715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90" name="Oval 289">
              <a:extLst>
                <a:ext uri="{FF2B5EF4-FFF2-40B4-BE49-F238E27FC236}">
                  <a16:creationId xmlns:a16="http://schemas.microsoft.com/office/drawing/2014/main" id="{E295B195-DF6F-5EE0-2F32-0245F542BFF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60570" y="534315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92" name="Oval 291">
              <a:extLst>
                <a:ext uri="{FF2B5EF4-FFF2-40B4-BE49-F238E27FC236}">
                  <a16:creationId xmlns:a16="http://schemas.microsoft.com/office/drawing/2014/main" id="{BC9DA2C4-3C44-3888-3E19-10C4302CB83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67544" y="538804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94" name="Oval 293">
              <a:extLst>
                <a:ext uri="{FF2B5EF4-FFF2-40B4-BE49-F238E27FC236}">
                  <a16:creationId xmlns:a16="http://schemas.microsoft.com/office/drawing/2014/main" id="{E6E5E23E-497B-30CE-F4E1-9C4EDCAA56F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87325" y="542596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96" name="Oval 295">
              <a:extLst>
                <a:ext uri="{FF2B5EF4-FFF2-40B4-BE49-F238E27FC236}">
                  <a16:creationId xmlns:a16="http://schemas.microsoft.com/office/drawing/2014/main" id="{C83BE947-1A37-6C3E-A9EA-59694A8D973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18462" y="549322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98" name="Oval 297">
              <a:extLst>
                <a:ext uri="{FF2B5EF4-FFF2-40B4-BE49-F238E27FC236}">
                  <a16:creationId xmlns:a16="http://schemas.microsoft.com/office/drawing/2014/main" id="{A295091E-7DBD-F767-B053-A803842A9F5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77768" y="550056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00" name="Oval 299">
              <a:extLst>
                <a:ext uri="{FF2B5EF4-FFF2-40B4-BE49-F238E27FC236}">
                  <a16:creationId xmlns:a16="http://schemas.microsoft.com/office/drawing/2014/main" id="{A4726683-B467-276D-BBE0-74403089BA5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82262" y="561391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02" name="Oval 301">
              <a:extLst>
                <a:ext uri="{FF2B5EF4-FFF2-40B4-BE49-F238E27FC236}">
                  <a16:creationId xmlns:a16="http://schemas.microsoft.com/office/drawing/2014/main" id="{897D1007-1533-91E0-B978-514DA5F7E8F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00462" y="563484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04" name="Oval 303">
              <a:extLst>
                <a:ext uri="{FF2B5EF4-FFF2-40B4-BE49-F238E27FC236}">
                  <a16:creationId xmlns:a16="http://schemas.microsoft.com/office/drawing/2014/main" id="{BD8E4E10-063D-64F2-33EB-4B267F914B7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32680" y="563191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06" name="Oval 305">
              <a:extLst>
                <a:ext uri="{FF2B5EF4-FFF2-40B4-BE49-F238E27FC236}">
                  <a16:creationId xmlns:a16="http://schemas.microsoft.com/office/drawing/2014/main" id="{F865F998-0E66-7D93-1F49-C37B622D668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79818" y="559591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08" name="Oval 307">
              <a:extLst>
                <a:ext uri="{FF2B5EF4-FFF2-40B4-BE49-F238E27FC236}">
                  <a16:creationId xmlns:a16="http://schemas.microsoft.com/office/drawing/2014/main" id="{46E156F6-3CB0-5217-F001-C7C0508F4F9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83292" y="546685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0" name="Oval 309">
              <a:extLst>
                <a:ext uri="{FF2B5EF4-FFF2-40B4-BE49-F238E27FC236}">
                  <a16:creationId xmlns:a16="http://schemas.microsoft.com/office/drawing/2014/main" id="{2135B0DD-FF83-27FF-B924-35555D6B41A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04733" y="575109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2" name="Oval 311">
              <a:extLst>
                <a:ext uri="{FF2B5EF4-FFF2-40B4-BE49-F238E27FC236}">
                  <a16:creationId xmlns:a16="http://schemas.microsoft.com/office/drawing/2014/main" id="{6F294B7C-86D4-9A28-CA80-E8C974AFDFF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84614" y="587068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4" name="Oval 313">
              <a:extLst>
                <a:ext uri="{FF2B5EF4-FFF2-40B4-BE49-F238E27FC236}">
                  <a16:creationId xmlns:a16="http://schemas.microsoft.com/office/drawing/2014/main" id="{60B97EF3-0762-C51F-4456-0D193FAC4D7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05552" y="589640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6" name="Oval 315">
              <a:extLst>
                <a:ext uri="{FF2B5EF4-FFF2-40B4-BE49-F238E27FC236}">
                  <a16:creationId xmlns:a16="http://schemas.microsoft.com/office/drawing/2014/main" id="{D17B9DD7-CB84-D53C-AED2-C5A6B9A75C9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54462" y="576415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8" name="Oval 317">
              <a:extLst>
                <a:ext uri="{FF2B5EF4-FFF2-40B4-BE49-F238E27FC236}">
                  <a16:creationId xmlns:a16="http://schemas.microsoft.com/office/drawing/2014/main" id="{EDAE6F57-FD1E-883D-A93C-9FF20683DB5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35138" y="580965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20" name="Oval 319">
              <a:extLst>
                <a:ext uri="{FF2B5EF4-FFF2-40B4-BE49-F238E27FC236}">
                  <a16:creationId xmlns:a16="http://schemas.microsoft.com/office/drawing/2014/main" id="{7278916B-F85C-2818-2854-BCDE3731A3F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06570" y="571872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22" name="Oval 321">
              <a:extLst>
                <a:ext uri="{FF2B5EF4-FFF2-40B4-BE49-F238E27FC236}">
                  <a16:creationId xmlns:a16="http://schemas.microsoft.com/office/drawing/2014/main" id="{F5837414-D44A-CFFF-6BBA-622F6A7C2AF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80985" y="611995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24" name="Oval 323">
              <a:extLst>
                <a:ext uri="{FF2B5EF4-FFF2-40B4-BE49-F238E27FC236}">
                  <a16:creationId xmlns:a16="http://schemas.microsoft.com/office/drawing/2014/main" id="{9DFC1383-F893-0FAE-D63F-2F92DFFA65A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29017" y="605963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26" name="Oval 325">
              <a:extLst>
                <a:ext uri="{FF2B5EF4-FFF2-40B4-BE49-F238E27FC236}">
                  <a16:creationId xmlns:a16="http://schemas.microsoft.com/office/drawing/2014/main" id="{5F768D70-F4D5-4534-0A79-42D76D4F2C2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81337" y="607506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28" name="Oval 327">
              <a:extLst>
                <a:ext uri="{FF2B5EF4-FFF2-40B4-BE49-F238E27FC236}">
                  <a16:creationId xmlns:a16="http://schemas.microsoft.com/office/drawing/2014/main" id="{43DF9A71-52E9-CCDA-7ADE-6FCA5A9B757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65888" y="611106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30" name="Oval 329">
              <a:extLst>
                <a:ext uri="{FF2B5EF4-FFF2-40B4-BE49-F238E27FC236}">
                  <a16:creationId xmlns:a16="http://schemas.microsoft.com/office/drawing/2014/main" id="{2CF848FB-8285-AF5C-221F-A8AEA37E39D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72862" y="615595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32" name="Oval 331">
              <a:extLst>
                <a:ext uri="{FF2B5EF4-FFF2-40B4-BE49-F238E27FC236}">
                  <a16:creationId xmlns:a16="http://schemas.microsoft.com/office/drawing/2014/main" id="{D0779B7F-A96F-527F-60DC-6CF2B0A712F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92643" y="619387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34" name="Oval 333">
              <a:extLst>
                <a:ext uri="{FF2B5EF4-FFF2-40B4-BE49-F238E27FC236}">
                  <a16:creationId xmlns:a16="http://schemas.microsoft.com/office/drawing/2014/main" id="{F5CAB02C-693D-1359-ACDD-E434969E8C2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23780" y="626114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36" name="Oval 335">
              <a:extLst>
                <a:ext uri="{FF2B5EF4-FFF2-40B4-BE49-F238E27FC236}">
                  <a16:creationId xmlns:a16="http://schemas.microsoft.com/office/drawing/2014/main" id="{8CFC3A6B-B075-1315-CB79-C349D481C90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83086" y="626848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38" name="Oval 337">
              <a:extLst>
                <a:ext uri="{FF2B5EF4-FFF2-40B4-BE49-F238E27FC236}">
                  <a16:creationId xmlns:a16="http://schemas.microsoft.com/office/drawing/2014/main" id="{7C431B1C-C350-46DE-4F3D-42E996D4DD1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87580" y="638183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40" name="Oval 339">
              <a:extLst>
                <a:ext uri="{FF2B5EF4-FFF2-40B4-BE49-F238E27FC236}">
                  <a16:creationId xmlns:a16="http://schemas.microsoft.com/office/drawing/2014/main" id="{94C845DB-96A1-E140-5132-D1C9C3623CF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05780" y="640275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42" name="Oval 341">
              <a:extLst>
                <a:ext uri="{FF2B5EF4-FFF2-40B4-BE49-F238E27FC236}">
                  <a16:creationId xmlns:a16="http://schemas.microsoft.com/office/drawing/2014/main" id="{C71A15AC-C758-D4F9-D1B3-D65106146C3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37998" y="639983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44" name="Oval 343">
              <a:extLst>
                <a:ext uri="{FF2B5EF4-FFF2-40B4-BE49-F238E27FC236}">
                  <a16:creationId xmlns:a16="http://schemas.microsoft.com/office/drawing/2014/main" id="{E753D628-E866-EE37-0FDE-AEB43DC391E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85136" y="636383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46" name="Oval 345">
              <a:extLst>
                <a:ext uri="{FF2B5EF4-FFF2-40B4-BE49-F238E27FC236}">
                  <a16:creationId xmlns:a16="http://schemas.microsoft.com/office/drawing/2014/main" id="{73A548BF-51DD-64A8-74B6-ECBA6E2C5C9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88610" y="623477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48" name="Oval 347">
              <a:extLst>
                <a:ext uri="{FF2B5EF4-FFF2-40B4-BE49-F238E27FC236}">
                  <a16:creationId xmlns:a16="http://schemas.microsoft.com/office/drawing/2014/main" id="{0741C976-26F4-7B02-2A35-E0CCB1BC001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48825" y="645064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50" name="Oval 349">
              <a:extLst>
                <a:ext uri="{FF2B5EF4-FFF2-40B4-BE49-F238E27FC236}">
                  <a16:creationId xmlns:a16="http://schemas.microsoft.com/office/drawing/2014/main" id="{CD3AF8EF-D877-8BCE-A13F-E20B3886B4C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89932" y="663859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52" name="Oval 351">
              <a:extLst>
                <a:ext uri="{FF2B5EF4-FFF2-40B4-BE49-F238E27FC236}">
                  <a16:creationId xmlns:a16="http://schemas.microsoft.com/office/drawing/2014/main" id="{0D83096B-00A8-620F-BA1F-F2E74D06755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10870" y="666432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54" name="Oval 353">
              <a:extLst>
                <a:ext uri="{FF2B5EF4-FFF2-40B4-BE49-F238E27FC236}">
                  <a16:creationId xmlns:a16="http://schemas.microsoft.com/office/drawing/2014/main" id="{D3B4305D-BCB1-AF24-F008-6DF8EE500CE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59780" y="653207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56" name="Oval 355">
              <a:extLst>
                <a:ext uri="{FF2B5EF4-FFF2-40B4-BE49-F238E27FC236}">
                  <a16:creationId xmlns:a16="http://schemas.microsoft.com/office/drawing/2014/main" id="{5CC59D05-C7C0-669F-0A6C-86C811A6381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40456" y="657757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58" name="Oval 357">
              <a:extLst>
                <a:ext uri="{FF2B5EF4-FFF2-40B4-BE49-F238E27FC236}">
                  <a16:creationId xmlns:a16="http://schemas.microsoft.com/office/drawing/2014/main" id="{EE39B777-6713-05FF-7280-09CD1617738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11888" y="648664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59" name="Oval 358">
              <a:extLst>
                <a:ext uri="{FF2B5EF4-FFF2-40B4-BE49-F238E27FC236}">
                  <a16:creationId xmlns:a16="http://schemas.microsoft.com/office/drawing/2014/main" id="{E0E94C53-9A7D-4A99-764E-D8BC9816185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74907" y="673972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0" name="Oval 359">
              <a:extLst>
                <a:ext uri="{FF2B5EF4-FFF2-40B4-BE49-F238E27FC236}">
                  <a16:creationId xmlns:a16="http://schemas.microsoft.com/office/drawing/2014/main" id="{0668D2EC-3EC9-D279-6BF5-D000F496FA4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87989" y="674684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1" name="Oval 360">
              <a:extLst>
                <a:ext uri="{FF2B5EF4-FFF2-40B4-BE49-F238E27FC236}">
                  <a16:creationId xmlns:a16="http://schemas.microsoft.com/office/drawing/2014/main" id="{8036596D-631C-5973-E47C-83A0BEAA4DC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03409" y="671978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2" name="Oval 361">
              <a:extLst>
                <a:ext uri="{FF2B5EF4-FFF2-40B4-BE49-F238E27FC236}">
                  <a16:creationId xmlns:a16="http://schemas.microsoft.com/office/drawing/2014/main" id="{CD24C324-F3F3-9402-A128-DD689E93FB0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14132" y="444884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3" name="Oval 362">
              <a:extLst>
                <a:ext uri="{FF2B5EF4-FFF2-40B4-BE49-F238E27FC236}">
                  <a16:creationId xmlns:a16="http://schemas.microsoft.com/office/drawing/2014/main" id="{EEE13B44-557E-39F7-7E2A-21F575DAAFE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39683" y="30079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6" name="Oval 365">
              <a:extLst>
                <a:ext uri="{FF2B5EF4-FFF2-40B4-BE49-F238E27FC236}">
                  <a16:creationId xmlns:a16="http://schemas.microsoft.com/office/drawing/2014/main" id="{5919D613-EE6B-F39D-AC7B-45C53E6BCB7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51552" y="174070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8" name="Oval 367">
              <a:extLst>
                <a:ext uri="{FF2B5EF4-FFF2-40B4-BE49-F238E27FC236}">
                  <a16:creationId xmlns:a16="http://schemas.microsoft.com/office/drawing/2014/main" id="{981228D4-AE6D-84D7-1433-8F081A6DFC1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88826" y="176882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370" name="Oval 369">
              <a:extLst>
                <a:ext uri="{FF2B5EF4-FFF2-40B4-BE49-F238E27FC236}">
                  <a16:creationId xmlns:a16="http://schemas.microsoft.com/office/drawing/2014/main" id="{A01A2E19-3728-C748-963F-686880788F0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84377" y="184657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1" name="Oval 370">
              <a:extLst>
                <a:ext uri="{FF2B5EF4-FFF2-40B4-BE49-F238E27FC236}">
                  <a16:creationId xmlns:a16="http://schemas.microsoft.com/office/drawing/2014/main" id="{F18544E7-1B2A-2C9D-64ED-5A468727DDE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36060" y="168357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2" name="Oval 371">
              <a:extLst>
                <a:ext uri="{FF2B5EF4-FFF2-40B4-BE49-F238E27FC236}">
                  <a16:creationId xmlns:a16="http://schemas.microsoft.com/office/drawing/2014/main" id="{A56D1664-F182-25A5-F225-2C7E90DCF1A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00671" y="162688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3" name="Oval 372">
              <a:extLst>
                <a:ext uri="{FF2B5EF4-FFF2-40B4-BE49-F238E27FC236}">
                  <a16:creationId xmlns:a16="http://schemas.microsoft.com/office/drawing/2014/main" id="{C52BCECB-252C-46B9-ADAA-072EB8B23C0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21737" y="19103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4" name="Oval 373">
              <a:extLst>
                <a:ext uri="{FF2B5EF4-FFF2-40B4-BE49-F238E27FC236}">
                  <a16:creationId xmlns:a16="http://schemas.microsoft.com/office/drawing/2014/main" id="{3CC18D4D-5888-2ABF-599A-E7A3B219533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83071" y="198317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5" name="Oval 374">
              <a:extLst>
                <a:ext uri="{FF2B5EF4-FFF2-40B4-BE49-F238E27FC236}">
                  <a16:creationId xmlns:a16="http://schemas.microsoft.com/office/drawing/2014/main" id="{AD375D51-3CCF-E512-D50A-24CA393FD03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479360" y="19741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6" name="Oval 375">
              <a:extLst>
                <a:ext uri="{FF2B5EF4-FFF2-40B4-BE49-F238E27FC236}">
                  <a16:creationId xmlns:a16="http://schemas.microsoft.com/office/drawing/2014/main" id="{7FA4D3A8-5520-CC17-3B90-6C8EE17F2E5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91229" y="208726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7" name="Oval 376">
              <a:extLst>
                <a:ext uri="{FF2B5EF4-FFF2-40B4-BE49-F238E27FC236}">
                  <a16:creationId xmlns:a16="http://schemas.microsoft.com/office/drawing/2014/main" id="{BDC405C7-00E5-BB7B-5B68-61CE339FB58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59329" y="22111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8" name="Oval 377">
              <a:extLst>
                <a:ext uri="{FF2B5EF4-FFF2-40B4-BE49-F238E27FC236}">
                  <a16:creationId xmlns:a16="http://schemas.microsoft.com/office/drawing/2014/main" id="{3403164F-0C54-B0EE-4663-830CF54A3E1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98136" y="235557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9" name="Oval 378">
              <a:extLst>
                <a:ext uri="{FF2B5EF4-FFF2-40B4-BE49-F238E27FC236}">
                  <a16:creationId xmlns:a16="http://schemas.microsoft.com/office/drawing/2014/main" id="{63BFF055-3C7D-6D30-8D24-AB40D23ECF4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487050" y="208490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80" name="Oval 379">
              <a:extLst>
                <a:ext uri="{FF2B5EF4-FFF2-40B4-BE49-F238E27FC236}">
                  <a16:creationId xmlns:a16="http://schemas.microsoft.com/office/drawing/2014/main" id="{F7E1F826-0C0F-3D9F-F5B6-807816B80C2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51077" y="169833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81" name="Oval 380">
              <a:extLst>
                <a:ext uri="{FF2B5EF4-FFF2-40B4-BE49-F238E27FC236}">
                  <a16:creationId xmlns:a16="http://schemas.microsoft.com/office/drawing/2014/main" id="{46350F02-9036-A8F2-6CEF-4DFA998E184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22195" y="229497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82" name="Oval 381">
              <a:extLst>
                <a:ext uri="{FF2B5EF4-FFF2-40B4-BE49-F238E27FC236}">
                  <a16:creationId xmlns:a16="http://schemas.microsoft.com/office/drawing/2014/main" id="{4D86E1E3-C766-A9CF-2306-E365EEA3A09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60981" y="245981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83" name="Oval 382">
              <a:extLst>
                <a:ext uri="{FF2B5EF4-FFF2-40B4-BE49-F238E27FC236}">
                  <a16:creationId xmlns:a16="http://schemas.microsoft.com/office/drawing/2014/main" id="{A509F66D-1901-2325-1067-FAA630635E1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72692" y="26136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4" name="Rectangle 363">
              <a:extLst>
                <a:ext uri="{FF2B5EF4-FFF2-40B4-BE49-F238E27FC236}">
                  <a16:creationId xmlns:a16="http://schemas.microsoft.com/office/drawing/2014/main" id="{CF7E176D-6CA3-88A8-BF3D-476D663B60F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59257" y="1938191"/>
              <a:ext cx="632743" cy="4919810"/>
            </a:xfrm>
            <a:prstGeom prst="rect">
              <a:avLst/>
            </a:prstGeom>
            <a:gradFill>
              <a:gsLst>
                <a:gs pos="0">
                  <a:schemeClr val="bg1">
                    <a:lumMod val="95000"/>
                    <a:alpha val="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cxnSp>
        <p:nvCxnSpPr>
          <p:cNvPr id="385" name="Straight Connector 384">
            <a:extLst>
              <a:ext uri="{FF2B5EF4-FFF2-40B4-BE49-F238E27FC236}">
                <a16:creationId xmlns:a16="http://schemas.microsoft.com/office/drawing/2014/main" id="{A5D2750C-E931-75A7-C2CF-C173D1E0126E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6200" y="733425"/>
            <a:ext cx="1048702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6" name="TextBox 385">
            <a:extLst>
              <a:ext uri="{FF2B5EF4-FFF2-40B4-BE49-F238E27FC236}">
                <a16:creationId xmlns:a16="http://schemas.microsoft.com/office/drawing/2014/main" id="{B73F9794-2D3B-D454-1A69-E9B91F8A24D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981575" y="6628626"/>
            <a:ext cx="6057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Aakash Nandy ▪ Engineering Science - Aerospace</a:t>
            </a:r>
          </a:p>
        </p:txBody>
      </p:sp>
      <p:sp>
        <p:nvSpPr>
          <p:cNvPr id="393" name="Title 1">
            <a:extLst>
              <a:ext uri="{FF2B5EF4-FFF2-40B4-BE49-F238E27FC236}">
                <a16:creationId xmlns:a16="http://schemas.microsoft.com/office/drawing/2014/main" id="{E694E8EE-8718-6664-9A67-6E66471DD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75" y="0"/>
            <a:ext cx="10382250" cy="876299"/>
          </a:xfrm>
        </p:spPr>
        <p:txBody>
          <a:bodyPr>
            <a:normAutofit/>
          </a:bodyPr>
          <a:lstStyle/>
          <a:p>
            <a:r>
              <a:rPr lang="en-CA" sz="3200" b="1" dirty="0"/>
              <a:t>Example Pipeline Run: Preliminary Design 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394C02E-B368-85D8-DE71-A1E5334A1D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8074174"/>
              </p:ext>
            </p:extLst>
          </p:nvPr>
        </p:nvGraphicFramePr>
        <p:xfrm>
          <a:off x="162121" y="1177601"/>
          <a:ext cx="5390266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695133">
                  <a:extLst>
                    <a:ext uri="{9D8B030D-6E8A-4147-A177-3AD203B41FA5}">
                      <a16:colId xmlns:a16="http://schemas.microsoft.com/office/drawing/2014/main" val="1007841950"/>
                    </a:ext>
                  </a:extLst>
                </a:gridCol>
                <a:gridCol w="2695133">
                  <a:extLst>
                    <a:ext uri="{9D8B030D-6E8A-4147-A177-3AD203B41FA5}">
                      <a16:colId xmlns:a16="http://schemas.microsoft.com/office/drawing/2014/main" val="14009660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4550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Propellant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Subcooled LOX (90 K)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5447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Shaft 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28,000 RPM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6064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Pressure Rise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75 bar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6466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Flow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250 L/min (~5 kg/s LOX)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864532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76584A24-5F18-B9DD-00DA-42BF1E501AF0}"/>
              </a:ext>
            </a:extLst>
          </p:cNvPr>
          <p:cNvSpPr txBox="1"/>
          <p:nvPr/>
        </p:nvSpPr>
        <p:spPr>
          <a:xfrm>
            <a:off x="57346" y="808269"/>
            <a:ext cx="5592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b="1" dirty="0"/>
              <a:t>Design Point: </a:t>
            </a:r>
            <a:r>
              <a:rPr lang="en-CA" dirty="0"/>
              <a:t>Fit for a Rutherford Class (25 </a:t>
            </a:r>
            <a:r>
              <a:rPr lang="en-CA" dirty="0" err="1"/>
              <a:t>kN</a:t>
            </a:r>
            <a:r>
              <a:rPr lang="en-CA" dirty="0"/>
              <a:t>) engine.</a:t>
            </a:r>
            <a:endParaRPr lang="en-CA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973D24E-15D6-D10A-CBEA-959897DC58D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7434"/>
          <a:stretch>
            <a:fillRect/>
          </a:stretch>
        </p:blipFill>
        <p:spPr>
          <a:xfrm>
            <a:off x="6893267" y="1681652"/>
            <a:ext cx="4115374" cy="4946974"/>
          </a:xfrm>
          <a:prstGeom prst="rect">
            <a:avLst/>
          </a:prstGeom>
          <a:solidFill>
            <a:srgbClr val="6DD0C7"/>
          </a:solidFill>
          <a:ln w="28575">
            <a:solidFill>
              <a:srgbClr val="6DD0C7"/>
            </a:solidFill>
          </a:ln>
        </p:spPr>
      </p:pic>
      <p:sp>
        <p:nvSpPr>
          <p:cNvPr id="13" name="Arrow: Right 12">
            <a:extLst>
              <a:ext uri="{FF2B5EF4-FFF2-40B4-BE49-F238E27FC236}">
                <a16:creationId xmlns:a16="http://schemas.microsoft.com/office/drawing/2014/main" id="{7148A3C5-8F88-50A9-FA41-E4D0C1BC5344}"/>
              </a:ext>
            </a:extLst>
          </p:cNvPr>
          <p:cNvSpPr/>
          <p:nvPr/>
        </p:nvSpPr>
        <p:spPr>
          <a:xfrm>
            <a:off x="5621365" y="1878568"/>
            <a:ext cx="1209600" cy="572511"/>
          </a:xfrm>
          <a:prstGeom prst="rightArrow">
            <a:avLst/>
          </a:prstGeom>
          <a:solidFill>
            <a:srgbClr val="6DD0C7"/>
          </a:solidFill>
          <a:ln>
            <a:solidFill>
              <a:srgbClr val="E1690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dirty="0">
                <a:solidFill>
                  <a:srgbClr val="E1690F"/>
                </a:solidFill>
              </a:rPr>
              <a:t>MATLAB</a:t>
            </a:r>
            <a:endParaRPr lang="en-CA" b="1" dirty="0">
              <a:solidFill>
                <a:srgbClr val="E1690F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EF13439-E0B8-1B4A-8077-CF0D85BA7A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27" t="-7352" r="21993" b="-5515"/>
          <a:stretch>
            <a:fillRect/>
          </a:stretch>
        </p:blipFill>
        <p:spPr>
          <a:xfrm>
            <a:off x="6893267" y="831641"/>
            <a:ext cx="888748" cy="80504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6DD0C7"/>
            </a:solidFill>
          </a:ln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A8164155-BCAE-13EE-0F93-443802653BBB}"/>
              </a:ext>
            </a:extLst>
          </p:cNvPr>
          <p:cNvSpPr/>
          <p:nvPr/>
        </p:nvSpPr>
        <p:spPr>
          <a:xfrm>
            <a:off x="7782015" y="808268"/>
            <a:ext cx="2951974" cy="846000"/>
          </a:xfrm>
          <a:prstGeom prst="rect">
            <a:avLst/>
          </a:prstGeom>
          <a:noFill/>
          <a:ln w="28575">
            <a:solidFill>
              <a:srgbClr val="6DD0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rgbClr val="E1690F"/>
                </a:solidFill>
              </a:rPr>
              <a:t>Load desired design point into 1D optimization script. </a:t>
            </a:r>
          </a:p>
        </p:txBody>
      </p:sp>
      <p:sp>
        <p:nvSpPr>
          <p:cNvPr id="20" name="Arrow: Left 19">
            <a:extLst>
              <a:ext uri="{FF2B5EF4-FFF2-40B4-BE49-F238E27FC236}">
                <a16:creationId xmlns:a16="http://schemas.microsoft.com/office/drawing/2014/main" id="{30A1F057-5C3A-263C-3C86-5B3C4376522D}"/>
              </a:ext>
            </a:extLst>
          </p:cNvPr>
          <p:cNvSpPr/>
          <p:nvPr/>
        </p:nvSpPr>
        <p:spPr>
          <a:xfrm>
            <a:off x="5618929" y="5069070"/>
            <a:ext cx="1207796" cy="572400"/>
          </a:xfrm>
          <a:prstGeom prst="leftArrow">
            <a:avLst/>
          </a:prstGeom>
          <a:solidFill>
            <a:srgbClr val="FFB71B"/>
          </a:solidFill>
          <a:ln>
            <a:solidFill>
              <a:srgbClr val="4243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>
                <a:solidFill>
                  <a:srgbClr val="424341"/>
                </a:solidFill>
              </a:rPr>
              <a:t>CFturbo</a:t>
            </a:r>
            <a:endParaRPr lang="en-CA" b="1" dirty="0">
              <a:solidFill>
                <a:srgbClr val="424341"/>
              </a:solidFill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FBC2F1A-1936-0DCC-EDBF-FD9C45FBFC2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05" y="3333103"/>
            <a:ext cx="3982623" cy="2081661"/>
          </a:xfrm>
          <a:prstGeom prst="rect">
            <a:avLst/>
          </a:prstGeom>
          <a:ln w="38100">
            <a:solidFill>
              <a:srgbClr val="424341"/>
            </a:solidFill>
          </a:ln>
        </p:spPr>
      </p:pic>
    </p:spTree>
    <p:extLst>
      <p:ext uri="{BB962C8B-B14F-4D97-AF65-F5344CB8AC3E}">
        <p14:creationId xmlns:p14="http://schemas.microsoft.com/office/powerpoint/2010/main" val="2464913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F13A9C-7D8B-314E-967D-E4BDF77DC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2" name="Group 391">
            <a:extLst>
              <a:ext uri="{FF2B5EF4-FFF2-40B4-BE49-F238E27FC236}">
                <a16:creationId xmlns:a16="http://schemas.microsoft.com/office/drawing/2014/main" id="{EC852FBC-4F91-67DD-4471-FB6E4D1317B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0770010" y="-117399"/>
            <a:ext cx="1453570" cy="6975400"/>
            <a:chOff x="10770010" y="-117399"/>
            <a:chExt cx="1453570" cy="6975400"/>
          </a:xfrm>
        </p:grpSpPr>
        <p:sp>
          <p:nvSpPr>
            <p:cNvPr id="365" name="Oval 364">
              <a:extLst>
                <a:ext uri="{FF2B5EF4-FFF2-40B4-BE49-F238E27FC236}">
                  <a16:creationId xmlns:a16="http://schemas.microsoft.com/office/drawing/2014/main" id="{E3E3981C-CF08-7D41-E831-96E3F8AE76F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38907" y="295017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39092B3-1088-88ED-EFB9-BDA1D984D54A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866728">
              <a:off x="10770010" y="-117399"/>
              <a:ext cx="1163816" cy="2147195"/>
            </a:xfrm>
            <a:prstGeom prst="rect">
              <a:avLst/>
            </a:prstGeom>
          </p:spPr>
        </p:pic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3142942A-ADC9-4298-843D-72C131302D0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87200" y="178860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871781C7-4B4F-0AD4-0148-2E361A69C64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32167" y="18563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B7FEB081-D9CC-20FF-DBFC-AB43C4E73ED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23200" y="18923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D64D4193-7812-5144-F711-CAF474D588F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41134" y="18743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61C302D3-DE65-7698-6188-326D8B3CC52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14167" y="19564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91672E02-5E6C-BD9D-1ADB-EBA05415760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87552" y="182492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7D64119C-5C86-54EB-B3D3-32C1B9B7704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98619" y="19564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4A87C28E-B77C-F4D8-17E4-180AB64CCE5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23552" y="19381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A5F38C24-EC0C-7918-0BC8-9E2CA1F0976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29715" y="199882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548C3D19-9153-C6B8-ECAE-2370C96CC81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64671" y="205145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7ADD7786-B4E2-AB77-0989-BE984D48829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82671" y="18743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0E3619B9-54D2-903B-156E-45FD5F7B833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27950" y="206690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47F0FC4A-37C5-AE34-560A-425196D8873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47657" y="198082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CD2969AF-69DA-0F69-C6B8-8298A88A09F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91590" y="206690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45DAB94E-D94A-6629-F75E-A1B9A19A3D8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69552" y="210290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17C69120-D9E6-F90F-CBAD-B872462F9DC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77134" y="215932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3C5091A6-3FEF-EE82-03E7-9FD65C3F6E6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26620" y="227931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8429ACB9-EF9A-5BE2-0F20-3E5A6E1069E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41200" y="240581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C22D2BB4-45DE-7949-8407-0ED677F95D9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89232" y="234549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84D071B2-8D52-17F2-E724-FB0FE0AB471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87200" y="21751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E2CF1E91-A7BE-1F78-A2EB-F62EAC22C11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23552" y="22185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1F2E1A47-EA02-C953-B0E3-F3C993BE6C0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17934" y="215032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A306DE0C-AE75-0F20-29C7-78467A75E57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90103" y="226974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4A43E11C-9B4E-C5D3-4058-BB348C9A8A2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80619" y="21931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9A3835BA-AE43-00B6-3EE1-027B545A64A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11657" y="227931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734E2DE5-F349-909F-E069-304713A5D2E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41552" y="236092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90311D91-8C21-42F6-4082-4536330BE53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26103" y="239692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9663D2E3-CDD2-D34E-015D-0BF5751EF16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33077" y="244181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EF308227-09AE-A8CD-1023-9EBF73E4511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52858" y="247973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EAA4BE14-9302-A07F-DA05-DF472E28D06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83995" y="254699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25AB3221-A589-1987-F7C2-BB247C6F2F8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43301" y="25543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8CB216AD-B241-42A6-9B74-8EF4EFF7A2D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47795" y="26676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04E213A6-8726-3D4C-AB83-AB9025F4741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65995" y="268861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D8856C5F-7DFB-AC4D-0C06-9694B08CBE6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98213" y="26856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83AD9857-00FF-A2D4-56BC-659CA8FDFFC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45351" y="26496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30E0BFCC-6F0B-F348-E61E-40AF33B7F76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48825" y="252062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62348D08-D7B0-5A00-8E21-AC66150DF7C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26132" y="272795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07CB4DC0-5E6E-B0B1-F4CA-E51ABFEDE64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50147" y="292445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2AAE627D-95A1-0218-2A91-E44D9AEE315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71085" y="295017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C8A16319-1B50-9777-0C7B-50FFFD0CE4C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19995" y="281792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312A0442-65A2-D96D-74DD-6883168AE38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00671" y="286342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2BCDA1CC-6B69-8990-A649-A015E00028B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72103" y="277249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774AA37C-B089-42B7-5756-AEBA184FC25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14112" y="31265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C6395511-759A-07D1-2184-E4F0863CE25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62144" y="306626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61813A8A-A9E1-7311-E89D-ED77040BC41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14464" y="308169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3DDE4244-DFC6-E86D-E6CF-06D4430897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99015" y="311769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2CBA92BA-B932-DD57-B79C-ABCCB445C84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05989" y="31625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5E000746-2286-63DB-4AED-97780DEB6A0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25770" y="320050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279960B7-B36C-2C14-4DC8-6C989143E80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56907" y="326777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DD715EAE-2B3F-C79E-79BA-C028D36B64F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16213" y="327510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9F85D3DC-F491-E2A3-9369-F167878EAC6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20707" y="338846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D9D8F45C-A15D-454D-5EA1-C15758B6EBB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38907" y="340938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0B373D60-7832-F005-7E68-064D3DC031D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71125" y="340646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CCBB9944-8128-5032-1916-7198445A61E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18263" y="337046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5D1322F2-C60C-0227-0B3C-E557D7D3123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21737" y="324140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6AC61294-67DA-2082-0460-3C453373EF0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9008305">
              <a:off x="11616136" y="346581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D2F247B0-EED2-FD0F-45E9-804DF828201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23059" y="364522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5DCDEE5A-E4A1-7717-61A1-51B51B29E09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43997" y="367094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AA9E92AB-5634-BC63-AB98-DEFFF67757F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92907" y="353870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38F68F5E-1837-FD29-02A3-A04E041E5C5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73583" y="358420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BDF505AC-3E9B-6820-3DA3-CB93F6FF480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45015" y="349327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8BD057F6-DA57-0A2C-B87E-47F017BBF98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15047" y="39382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33428AC4-CCCC-7645-AB6F-76E6D086313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63079" y="387797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F945110D-7AA3-9FDA-1EE8-724AB694BBE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15399" y="389340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FA99FFCE-DB53-4DB0-887A-9BEE3019C5F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99950" y="392940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00BA2D49-A1A9-6DC7-01B4-CF4448E1F65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26705" y="401221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2C087CD7-5B93-8C16-522D-95A8D37A72D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57842" y="407947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112D3BD5-1364-1906-FF76-B16D5D022B2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17148" y="408681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1" name="Oval 220">
              <a:extLst>
                <a:ext uri="{FF2B5EF4-FFF2-40B4-BE49-F238E27FC236}">
                  <a16:creationId xmlns:a16="http://schemas.microsoft.com/office/drawing/2014/main" id="{727F354E-984D-FF40-9EC9-616A28B1841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39842" y="422109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3" name="Oval 222">
              <a:extLst>
                <a:ext uri="{FF2B5EF4-FFF2-40B4-BE49-F238E27FC236}">
                  <a16:creationId xmlns:a16="http://schemas.microsoft.com/office/drawing/2014/main" id="{3ECA7F97-17A1-EF07-8488-668BB990781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72060" y="421816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5" name="Oval 224">
              <a:extLst>
                <a:ext uri="{FF2B5EF4-FFF2-40B4-BE49-F238E27FC236}">
                  <a16:creationId xmlns:a16="http://schemas.microsoft.com/office/drawing/2014/main" id="{834E920D-20A0-3793-6EE6-A303CCF4D2A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19198" y="418216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7" name="Oval 226">
              <a:extLst>
                <a:ext uri="{FF2B5EF4-FFF2-40B4-BE49-F238E27FC236}">
                  <a16:creationId xmlns:a16="http://schemas.microsoft.com/office/drawing/2014/main" id="{AB97D95B-4930-6D37-069C-0C3A34D1DFC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22672" y="405310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9" name="Oval 228">
              <a:extLst>
                <a:ext uri="{FF2B5EF4-FFF2-40B4-BE49-F238E27FC236}">
                  <a16:creationId xmlns:a16="http://schemas.microsoft.com/office/drawing/2014/main" id="{E48BFCAA-C3F8-0685-4CF5-BA4F3D9496E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82887" y="426897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31" name="Oval 230">
              <a:extLst>
                <a:ext uri="{FF2B5EF4-FFF2-40B4-BE49-F238E27FC236}">
                  <a16:creationId xmlns:a16="http://schemas.microsoft.com/office/drawing/2014/main" id="{EDDEADB2-E5F0-13E9-40D0-28EFCA7BAFC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23994" y="445692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33" name="Oval 232">
              <a:extLst>
                <a:ext uri="{FF2B5EF4-FFF2-40B4-BE49-F238E27FC236}">
                  <a16:creationId xmlns:a16="http://schemas.microsoft.com/office/drawing/2014/main" id="{2D3BE14B-8B1E-20CB-5AD8-0A8E2D6FB15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44932" y="448265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35" name="Oval 234">
              <a:extLst>
                <a:ext uri="{FF2B5EF4-FFF2-40B4-BE49-F238E27FC236}">
                  <a16:creationId xmlns:a16="http://schemas.microsoft.com/office/drawing/2014/main" id="{A6A7F809-9698-1AB0-E1A0-918D3619E50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93842" y="435040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37" name="Oval 236">
              <a:extLst>
                <a:ext uri="{FF2B5EF4-FFF2-40B4-BE49-F238E27FC236}">
                  <a16:creationId xmlns:a16="http://schemas.microsoft.com/office/drawing/2014/main" id="{8850D596-B36B-A863-0282-FFD4CE53C88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57426" y="437026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39" name="Oval 238">
              <a:extLst>
                <a:ext uri="{FF2B5EF4-FFF2-40B4-BE49-F238E27FC236}">
                  <a16:creationId xmlns:a16="http://schemas.microsoft.com/office/drawing/2014/main" id="{07515A1C-E50B-A33A-7B34-F1FEC82127A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45950" y="430497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0" name="Oval 239">
              <a:extLst>
                <a:ext uri="{FF2B5EF4-FFF2-40B4-BE49-F238E27FC236}">
                  <a16:creationId xmlns:a16="http://schemas.microsoft.com/office/drawing/2014/main" id="{57873E7D-286F-0438-8443-5382893CB93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63950" y="37916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1" name="Oval 240">
              <a:extLst>
                <a:ext uri="{FF2B5EF4-FFF2-40B4-BE49-F238E27FC236}">
                  <a16:creationId xmlns:a16="http://schemas.microsoft.com/office/drawing/2014/main" id="{9A103E42-0DB3-3FD7-861D-F3198711EF6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47375" y="37559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2" name="Oval 241">
              <a:extLst>
                <a:ext uri="{FF2B5EF4-FFF2-40B4-BE49-F238E27FC236}">
                  <a16:creationId xmlns:a16="http://schemas.microsoft.com/office/drawing/2014/main" id="{AD2A10DE-508D-7275-AF0B-B8478FA2C59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38887" y="290913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3" name="Oval 242">
              <a:extLst>
                <a:ext uri="{FF2B5EF4-FFF2-40B4-BE49-F238E27FC236}">
                  <a16:creationId xmlns:a16="http://schemas.microsoft.com/office/drawing/2014/main" id="{075B748C-104F-6707-0451-D94690B079A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25805" y="37359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4" name="Oval 243">
              <a:extLst>
                <a:ext uri="{FF2B5EF4-FFF2-40B4-BE49-F238E27FC236}">
                  <a16:creationId xmlns:a16="http://schemas.microsoft.com/office/drawing/2014/main" id="{BC62DBD0-7E39-F480-59C4-C00E2A5DA5F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14464" y="380247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6" name="Oval 245">
              <a:extLst>
                <a:ext uri="{FF2B5EF4-FFF2-40B4-BE49-F238E27FC236}">
                  <a16:creationId xmlns:a16="http://schemas.microsoft.com/office/drawing/2014/main" id="{2EB60F76-5804-41D0-41DE-349AE7ACECE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19374" y="463455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8" name="Oval 247">
              <a:extLst>
                <a:ext uri="{FF2B5EF4-FFF2-40B4-BE49-F238E27FC236}">
                  <a16:creationId xmlns:a16="http://schemas.microsoft.com/office/drawing/2014/main" id="{B0409A55-6DD0-CBFD-9B81-2939C196E40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67406" y="457423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50" name="Oval 249">
              <a:extLst>
                <a:ext uri="{FF2B5EF4-FFF2-40B4-BE49-F238E27FC236}">
                  <a16:creationId xmlns:a16="http://schemas.microsoft.com/office/drawing/2014/main" id="{A3152397-005F-92F4-A5F4-41729E8CBBF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19726" y="458966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52" name="Oval 251">
              <a:extLst>
                <a:ext uri="{FF2B5EF4-FFF2-40B4-BE49-F238E27FC236}">
                  <a16:creationId xmlns:a16="http://schemas.microsoft.com/office/drawing/2014/main" id="{AD7C3725-F320-397F-0811-89B80DF5444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04277" y="462566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56" name="Oval 255">
              <a:extLst>
                <a:ext uri="{FF2B5EF4-FFF2-40B4-BE49-F238E27FC236}">
                  <a16:creationId xmlns:a16="http://schemas.microsoft.com/office/drawing/2014/main" id="{38993FD7-AEEE-73FF-4030-CC678D96064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31032" y="470847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58" name="Oval 257">
              <a:extLst>
                <a:ext uri="{FF2B5EF4-FFF2-40B4-BE49-F238E27FC236}">
                  <a16:creationId xmlns:a16="http://schemas.microsoft.com/office/drawing/2014/main" id="{8BCD0B1E-A6EF-7E32-BD5A-B82F15D6CEB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62169" y="477574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60" name="Oval 259">
              <a:extLst>
                <a:ext uri="{FF2B5EF4-FFF2-40B4-BE49-F238E27FC236}">
                  <a16:creationId xmlns:a16="http://schemas.microsoft.com/office/drawing/2014/main" id="{0D3ACB0B-CA85-74CC-CB7F-80BACBA9437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21475" y="478307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64" name="Oval 263">
              <a:extLst>
                <a:ext uri="{FF2B5EF4-FFF2-40B4-BE49-F238E27FC236}">
                  <a16:creationId xmlns:a16="http://schemas.microsoft.com/office/drawing/2014/main" id="{1CFE9786-7A2D-D488-4DC6-5FC9180A658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44169" y="491735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66" name="Oval 265">
              <a:extLst>
                <a:ext uri="{FF2B5EF4-FFF2-40B4-BE49-F238E27FC236}">
                  <a16:creationId xmlns:a16="http://schemas.microsoft.com/office/drawing/2014/main" id="{FE383C7E-7F0E-3580-B432-EF6D18AC3A7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76387" y="491443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68" name="Oval 267">
              <a:extLst>
                <a:ext uri="{FF2B5EF4-FFF2-40B4-BE49-F238E27FC236}">
                  <a16:creationId xmlns:a16="http://schemas.microsoft.com/office/drawing/2014/main" id="{10B1481F-BBAE-C95D-C4F5-D3DFBB77882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23525" y="487843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70" name="Oval 269">
              <a:extLst>
                <a:ext uri="{FF2B5EF4-FFF2-40B4-BE49-F238E27FC236}">
                  <a16:creationId xmlns:a16="http://schemas.microsoft.com/office/drawing/2014/main" id="{EFCAD5EF-9B4B-AAC0-2795-1E71EF23D86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26999" y="474937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72" name="Oval 271">
              <a:extLst>
                <a:ext uri="{FF2B5EF4-FFF2-40B4-BE49-F238E27FC236}">
                  <a16:creationId xmlns:a16="http://schemas.microsoft.com/office/drawing/2014/main" id="{F5B5382D-A363-30DE-2E28-C56B0EFD9C5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87214" y="496524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74" name="Oval 273">
              <a:extLst>
                <a:ext uri="{FF2B5EF4-FFF2-40B4-BE49-F238E27FC236}">
                  <a16:creationId xmlns:a16="http://schemas.microsoft.com/office/drawing/2014/main" id="{972EB32B-DFB2-667B-F099-FECD92F12FA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28321" y="515319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76" name="Oval 275">
              <a:extLst>
                <a:ext uri="{FF2B5EF4-FFF2-40B4-BE49-F238E27FC236}">
                  <a16:creationId xmlns:a16="http://schemas.microsoft.com/office/drawing/2014/main" id="{61F54F8B-B732-E64D-00E6-58CAD3785D2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49259" y="517892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78" name="Oval 277">
              <a:extLst>
                <a:ext uri="{FF2B5EF4-FFF2-40B4-BE49-F238E27FC236}">
                  <a16:creationId xmlns:a16="http://schemas.microsoft.com/office/drawing/2014/main" id="{6191D457-325F-2983-4D9A-B728A4A1035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98169" y="504667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80" name="Oval 279">
              <a:extLst>
                <a:ext uri="{FF2B5EF4-FFF2-40B4-BE49-F238E27FC236}">
                  <a16:creationId xmlns:a16="http://schemas.microsoft.com/office/drawing/2014/main" id="{BE2506B6-8E0A-48AD-DB9A-A89DB0057AD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78845" y="509217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82" name="Oval 281">
              <a:extLst>
                <a:ext uri="{FF2B5EF4-FFF2-40B4-BE49-F238E27FC236}">
                  <a16:creationId xmlns:a16="http://schemas.microsoft.com/office/drawing/2014/main" id="{B0F61E97-4D4A-9DC9-6E3D-FB2AC56E80F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50277" y="500124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84" name="Oval 283">
              <a:extLst>
                <a:ext uri="{FF2B5EF4-FFF2-40B4-BE49-F238E27FC236}">
                  <a16:creationId xmlns:a16="http://schemas.microsoft.com/office/drawing/2014/main" id="{0ECEE2B8-CB67-D1F4-831B-60BB982D795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75667" y="535204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86" name="Oval 285">
              <a:extLst>
                <a:ext uri="{FF2B5EF4-FFF2-40B4-BE49-F238E27FC236}">
                  <a16:creationId xmlns:a16="http://schemas.microsoft.com/office/drawing/2014/main" id="{D5CE951D-EAF2-05A4-6D0B-9E59B41C815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23699" y="529172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88" name="Oval 287">
              <a:extLst>
                <a:ext uri="{FF2B5EF4-FFF2-40B4-BE49-F238E27FC236}">
                  <a16:creationId xmlns:a16="http://schemas.microsoft.com/office/drawing/2014/main" id="{FE934B98-C4F9-0F0B-7BDF-8B5514C646C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76019" y="530715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90" name="Oval 289">
              <a:extLst>
                <a:ext uri="{FF2B5EF4-FFF2-40B4-BE49-F238E27FC236}">
                  <a16:creationId xmlns:a16="http://schemas.microsoft.com/office/drawing/2014/main" id="{5E8CC6F0-E579-B768-1A3A-66F91AADA3D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60570" y="534315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92" name="Oval 291">
              <a:extLst>
                <a:ext uri="{FF2B5EF4-FFF2-40B4-BE49-F238E27FC236}">
                  <a16:creationId xmlns:a16="http://schemas.microsoft.com/office/drawing/2014/main" id="{6C30DBEE-49E0-B1AD-73CC-EDB2544A863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67544" y="538804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94" name="Oval 293">
              <a:extLst>
                <a:ext uri="{FF2B5EF4-FFF2-40B4-BE49-F238E27FC236}">
                  <a16:creationId xmlns:a16="http://schemas.microsoft.com/office/drawing/2014/main" id="{65FBFF9E-754A-95F4-E755-171AEAD919F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87325" y="542596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96" name="Oval 295">
              <a:extLst>
                <a:ext uri="{FF2B5EF4-FFF2-40B4-BE49-F238E27FC236}">
                  <a16:creationId xmlns:a16="http://schemas.microsoft.com/office/drawing/2014/main" id="{54016A35-269F-C38A-672B-41AB44D4E44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18462" y="549322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98" name="Oval 297">
              <a:extLst>
                <a:ext uri="{FF2B5EF4-FFF2-40B4-BE49-F238E27FC236}">
                  <a16:creationId xmlns:a16="http://schemas.microsoft.com/office/drawing/2014/main" id="{ABA340BB-EBEA-E1B8-6454-35C438DA6B2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77768" y="550056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00" name="Oval 299">
              <a:extLst>
                <a:ext uri="{FF2B5EF4-FFF2-40B4-BE49-F238E27FC236}">
                  <a16:creationId xmlns:a16="http://schemas.microsoft.com/office/drawing/2014/main" id="{0BC8605D-D678-EE70-88E3-D330CB0A94C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82262" y="561391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02" name="Oval 301">
              <a:extLst>
                <a:ext uri="{FF2B5EF4-FFF2-40B4-BE49-F238E27FC236}">
                  <a16:creationId xmlns:a16="http://schemas.microsoft.com/office/drawing/2014/main" id="{93CED355-1C7C-5CB8-633A-47E3DBFF0D1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00462" y="563484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04" name="Oval 303">
              <a:extLst>
                <a:ext uri="{FF2B5EF4-FFF2-40B4-BE49-F238E27FC236}">
                  <a16:creationId xmlns:a16="http://schemas.microsoft.com/office/drawing/2014/main" id="{1E655608-19C2-2FC4-8C37-4395E4EF866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32680" y="563191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06" name="Oval 305">
              <a:extLst>
                <a:ext uri="{FF2B5EF4-FFF2-40B4-BE49-F238E27FC236}">
                  <a16:creationId xmlns:a16="http://schemas.microsoft.com/office/drawing/2014/main" id="{15D1C58F-84A5-76AA-3327-6F1A80A9005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79818" y="559591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08" name="Oval 307">
              <a:extLst>
                <a:ext uri="{FF2B5EF4-FFF2-40B4-BE49-F238E27FC236}">
                  <a16:creationId xmlns:a16="http://schemas.microsoft.com/office/drawing/2014/main" id="{B364346A-0079-BB29-C3C9-D18B041ECC3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83292" y="546685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0" name="Oval 309">
              <a:extLst>
                <a:ext uri="{FF2B5EF4-FFF2-40B4-BE49-F238E27FC236}">
                  <a16:creationId xmlns:a16="http://schemas.microsoft.com/office/drawing/2014/main" id="{C8F9AB2B-277D-1484-DCD0-CA1162EF3D2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04733" y="575109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2" name="Oval 311">
              <a:extLst>
                <a:ext uri="{FF2B5EF4-FFF2-40B4-BE49-F238E27FC236}">
                  <a16:creationId xmlns:a16="http://schemas.microsoft.com/office/drawing/2014/main" id="{6A527521-F336-224E-8AAB-FA381BFEADF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84614" y="587068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4" name="Oval 313">
              <a:extLst>
                <a:ext uri="{FF2B5EF4-FFF2-40B4-BE49-F238E27FC236}">
                  <a16:creationId xmlns:a16="http://schemas.microsoft.com/office/drawing/2014/main" id="{30B8FCA1-CDD3-20F0-AD04-EDBF455A766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05552" y="589640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6" name="Oval 315">
              <a:extLst>
                <a:ext uri="{FF2B5EF4-FFF2-40B4-BE49-F238E27FC236}">
                  <a16:creationId xmlns:a16="http://schemas.microsoft.com/office/drawing/2014/main" id="{EE31203E-7B2F-FF28-4A04-10A501DF967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54462" y="576415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8" name="Oval 317">
              <a:extLst>
                <a:ext uri="{FF2B5EF4-FFF2-40B4-BE49-F238E27FC236}">
                  <a16:creationId xmlns:a16="http://schemas.microsoft.com/office/drawing/2014/main" id="{C7089420-065D-8A15-3000-B4F298894E9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35138" y="580965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20" name="Oval 319">
              <a:extLst>
                <a:ext uri="{FF2B5EF4-FFF2-40B4-BE49-F238E27FC236}">
                  <a16:creationId xmlns:a16="http://schemas.microsoft.com/office/drawing/2014/main" id="{A1AE5B2B-1D6C-5EEE-955B-F0F851F3750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06570" y="571872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22" name="Oval 321">
              <a:extLst>
                <a:ext uri="{FF2B5EF4-FFF2-40B4-BE49-F238E27FC236}">
                  <a16:creationId xmlns:a16="http://schemas.microsoft.com/office/drawing/2014/main" id="{9FD74AD2-7B1F-CD93-6E6C-BBEEAAA4969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80985" y="611995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24" name="Oval 323">
              <a:extLst>
                <a:ext uri="{FF2B5EF4-FFF2-40B4-BE49-F238E27FC236}">
                  <a16:creationId xmlns:a16="http://schemas.microsoft.com/office/drawing/2014/main" id="{6D5CA890-341D-F3A5-689C-9DDB5CB89EC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29017" y="605963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26" name="Oval 325">
              <a:extLst>
                <a:ext uri="{FF2B5EF4-FFF2-40B4-BE49-F238E27FC236}">
                  <a16:creationId xmlns:a16="http://schemas.microsoft.com/office/drawing/2014/main" id="{EC16E37F-2EC1-64D7-0E52-97DD2FDA5CB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81337" y="607506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28" name="Oval 327">
              <a:extLst>
                <a:ext uri="{FF2B5EF4-FFF2-40B4-BE49-F238E27FC236}">
                  <a16:creationId xmlns:a16="http://schemas.microsoft.com/office/drawing/2014/main" id="{6D3FC2DF-87FD-D9C4-ACBC-432674CC45C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65888" y="611106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30" name="Oval 329">
              <a:extLst>
                <a:ext uri="{FF2B5EF4-FFF2-40B4-BE49-F238E27FC236}">
                  <a16:creationId xmlns:a16="http://schemas.microsoft.com/office/drawing/2014/main" id="{74A45721-336B-4CAD-B465-3052102CB2A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72862" y="615595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32" name="Oval 331">
              <a:extLst>
                <a:ext uri="{FF2B5EF4-FFF2-40B4-BE49-F238E27FC236}">
                  <a16:creationId xmlns:a16="http://schemas.microsoft.com/office/drawing/2014/main" id="{60803A74-AA27-8A6C-41FD-AA7077D664F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92643" y="619387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34" name="Oval 333">
              <a:extLst>
                <a:ext uri="{FF2B5EF4-FFF2-40B4-BE49-F238E27FC236}">
                  <a16:creationId xmlns:a16="http://schemas.microsoft.com/office/drawing/2014/main" id="{749E4C20-613E-3F2B-4897-68C661F3B42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23780" y="626114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36" name="Oval 335">
              <a:extLst>
                <a:ext uri="{FF2B5EF4-FFF2-40B4-BE49-F238E27FC236}">
                  <a16:creationId xmlns:a16="http://schemas.microsoft.com/office/drawing/2014/main" id="{1068AD25-E8CD-595F-230E-8C3E45DBCEA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83086" y="626848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38" name="Oval 337">
              <a:extLst>
                <a:ext uri="{FF2B5EF4-FFF2-40B4-BE49-F238E27FC236}">
                  <a16:creationId xmlns:a16="http://schemas.microsoft.com/office/drawing/2014/main" id="{3AC4BF4F-9E63-23DC-AF23-75CDA09B383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87580" y="638183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40" name="Oval 339">
              <a:extLst>
                <a:ext uri="{FF2B5EF4-FFF2-40B4-BE49-F238E27FC236}">
                  <a16:creationId xmlns:a16="http://schemas.microsoft.com/office/drawing/2014/main" id="{D75E3DE9-75D5-8DAE-A6F1-F99B4C44950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05780" y="640275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42" name="Oval 341">
              <a:extLst>
                <a:ext uri="{FF2B5EF4-FFF2-40B4-BE49-F238E27FC236}">
                  <a16:creationId xmlns:a16="http://schemas.microsoft.com/office/drawing/2014/main" id="{6CA19027-BF4C-C221-D9E5-8C870820B36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37998" y="639983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44" name="Oval 343">
              <a:extLst>
                <a:ext uri="{FF2B5EF4-FFF2-40B4-BE49-F238E27FC236}">
                  <a16:creationId xmlns:a16="http://schemas.microsoft.com/office/drawing/2014/main" id="{64ADEAFC-147D-A501-F111-4A4D698D8B5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85136" y="636383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46" name="Oval 345">
              <a:extLst>
                <a:ext uri="{FF2B5EF4-FFF2-40B4-BE49-F238E27FC236}">
                  <a16:creationId xmlns:a16="http://schemas.microsoft.com/office/drawing/2014/main" id="{56FD4A20-4E2F-2F0D-AD4F-23A5594C6E0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88610" y="623477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48" name="Oval 347">
              <a:extLst>
                <a:ext uri="{FF2B5EF4-FFF2-40B4-BE49-F238E27FC236}">
                  <a16:creationId xmlns:a16="http://schemas.microsoft.com/office/drawing/2014/main" id="{1272F065-4B94-4FF1-B64A-F761D701631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48825" y="645064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50" name="Oval 349">
              <a:extLst>
                <a:ext uri="{FF2B5EF4-FFF2-40B4-BE49-F238E27FC236}">
                  <a16:creationId xmlns:a16="http://schemas.microsoft.com/office/drawing/2014/main" id="{5B52FDE1-A2A2-58CC-35FD-F98A2362B6B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89932" y="663859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52" name="Oval 351">
              <a:extLst>
                <a:ext uri="{FF2B5EF4-FFF2-40B4-BE49-F238E27FC236}">
                  <a16:creationId xmlns:a16="http://schemas.microsoft.com/office/drawing/2014/main" id="{D5FA6548-DCA8-20CC-DF66-954E121DC5B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10870" y="666432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54" name="Oval 353">
              <a:extLst>
                <a:ext uri="{FF2B5EF4-FFF2-40B4-BE49-F238E27FC236}">
                  <a16:creationId xmlns:a16="http://schemas.microsoft.com/office/drawing/2014/main" id="{9D3469BB-9C23-86DE-83B8-63DCDC454E8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59780" y="653207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56" name="Oval 355">
              <a:extLst>
                <a:ext uri="{FF2B5EF4-FFF2-40B4-BE49-F238E27FC236}">
                  <a16:creationId xmlns:a16="http://schemas.microsoft.com/office/drawing/2014/main" id="{E762D33C-2F61-2C7C-D15E-E9D2BA593B9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40456" y="657757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58" name="Oval 357">
              <a:extLst>
                <a:ext uri="{FF2B5EF4-FFF2-40B4-BE49-F238E27FC236}">
                  <a16:creationId xmlns:a16="http://schemas.microsoft.com/office/drawing/2014/main" id="{8FBAC2B6-671E-3362-574B-F52F11EA6FE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11888" y="648664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59" name="Oval 358">
              <a:extLst>
                <a:ext uri="{FF2B5EF4-FFF2-40B4-BE49-F238E27FC236}">
                  <a16:creationId xmlns:a16="http://schemas.microsoft.com/office/drawing/2014/main" id="{39CBD7F0-F2E2-D1EE-4EBD-A67CD3430DA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74907" y="673972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0" name="Oval 359">
              <a:extLst>
                <a:ext uri="{FF2B5EF4-FFF2-40B4-BE49-F238E27FC236}">
                  <a16:creationId xmlns:a16="http://schemas.microsoft.com/office/drawing/2014/main" id="{623FD09C-BF51-4B17-8FEB-0FC71D1D427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87989" y="674684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1" name="Oval 360">
              <a:extLst>
                <a:ext uri="{FF2B5EF4-FFF2-40B4-BE49-F238E27FC236}">
                  <a16:creationId xmlns:a16="http://schemas.microsoft.com/office/drawing/2014/main" id="{183F100F-59AF-1A5A-43A4-3201EC0AB15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03409" y="671978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2" name="Oval 361">
              <a:extLst>
                <a:ext uri="{FF2B5EF4-FFF2-40B4-BE49-F238E27FC236}">
                  <a16:creationId xmlns:a16="http://schemas.microsoft.com/office/drawing/2014/main" id="{0C3E59EC-9DC4-08C3-CBAB-974DE5EDFCA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14132" y="444884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3" name="Oval 362">
              <a:extLst>
                <a:ext uri="{FF2B5EF4-FFF2-40B4-BE49-F238E27FC236}">
                  <a16:creationId xmlns:a16="http://schemas.microsoft.com/office/drawing/2014/main" id="{8C207E9D-EBAE-C0F0-8A8C-F0DF72E3F82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39683" y="30079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6" name="Oval 365">
              <a:extLst>
                <a:ext uri="{FF2B5EF4-FFF2-40B4-BE49-F238E27FC236}">
                  <a16:creationId xmlns:a16="http://schemas.microsoft.com/office/drawing/2014/main" id="{076BD45A-EF8C-562F-1D29-3FD02A3E1AC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51552" y="174070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8" name="Oval 367">
              <a:extLst>
                <a:ext uri="{FF2B5EF4-FFF2-40B4-BE49-F238E27FC236}">
                  <a16:creationId xmlns:a16="http://schemas.microsoft.com/office/drawing/2014/main" id="{7004DC45-7892-DDC4-07A5-9321B992288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88826" y="176882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370" name="Oval 369">
              <a:extLst>
                <a:ext uri="{FF2B5EF4-FFF2-40B4-BE49-F238E27FC236}">
                  <a16:creationId xmlns:a16="http://schemas.microsoft.com/office/drawing/2014/main" id="{A086A4B3-2CB6-69F4-1813-E138DCA2015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84377" y="184657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1" name="Oval 370">
              <a:extLst>
                <a:ext uri="{FF2B5EF4-FFF2-40B4-BE49-F238E27FC236}">
                  <a16:creationId xmlns:a16="http://schemas.microsoft.com/office/drawing/2014/main" id="{A3F5D8D5-DC62-E6E4-457F-93910D73AE3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36060" y="168357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2" name="Oval 371">
              <a:extLst>
                <a:ext uri="{FF2B5EF4-FFF2-40B4-BE49-F238E27FC236}">
                  <a16:creationId xmlns:a16="http://schemas.microsoft.com/office/drawing/2014/main" id="{6682E454-C93E-2B34-CA13-6E63316B7D1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00671" y="162688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3" name="Oval 372">
              <a:extLst>
                <a:ext uri="{FF2B5EF4-FFF2-40B4-BE49-F238E27FC236}">
                  <a16:creationId xmlns:a16="http://schemas.microsoft.com/office/drawing/2014/main" id="{25CD4427-3431-3930-0601-C92A50C79C6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21737" y="19103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4" name="Oval 373">
              <a:extLst>
                <a:ext uri="{FF2B5EF4-FFF2-40B4-BE49-F238E27FC236}">
                  <a16:creationId xmlns:a16="http://schemas.microsoft.com/office/drawing/2014/main" id="{008775AA-BEC2-3D47-8262-E9FCAFEF0AD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83071" y="198317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5" name="Oval 374">
              <a:extLst>
                <a:ext uri="{FF2B5EF4-FFF2-40B4-BE49-F238E27FC236}">
                  <a16:creationId xmlns:a16="http://schemas.microsoft.com/office/drawing/2014/main" id="{CBCB5F5C-577D-361E-794F-B3798793948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479360" y="19741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6" name="Oval 375">
              <a:extLst>
                <a:ext uri="{FF2B5EF4-FFF2-40B4-BE49-F238E27FC236}">
                  <a16:creationId xmlns:a16="http://schemas.microsoft.com/office/drawing/2014/main" id="{C89F0736-2C3E-75D9-FCC5-2E485A35727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91229" y="208726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7" name="Oval 376">
              <a:extLst>
                <a:ext uri="{FF2B5EF4-FFF2-40B4-BE49-F238E27FC236}">
                  <a16:creationId xmlns:a16="http://schemas.microsoft.com/office/drawing/2014/main" id="{0A6D2920-498B-6870-63D7-F0FD698C405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59329" y="22111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8" name="Oval 377">
              <a:extLst>
                <a:ext uri="{FF2B5EF4-FFF2-40B4-BE49-F238E27FC236}">
                  <a16:creationId xmlns:a16="http://schemas.microsoft.com/office/drawing/2014/main" id="{06D057F7-4469-141B-ADD5-CE6C55B235D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98136" y="235557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9" name="Oval 378">
              <a:extLst>
                <a:ext uri="{FF2B5EF4-FFF2-40B4-BE49-F238E27FC236}">
                  <a16:creationId xmlns:a16="http://schemas.microsoft.com/office/drawing/2014/main" id="{8363E4EB-6F16-262E-7655-C7DDEA8A2AD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487050" y="208490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80" name="Oval 379">
              <a:extLst>
                <a:ext uri="{FF2B5EF4-FFF2-40B4-BE49-F238E27FC236}">
                  <a16:creationId xmlns:a16="http://schemas.microsoft.com/office/drawing/2014/main" id="{ADACC272-5110-A4CA-1359-F7F341F4BD5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51077" y="169833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81" name="Oval 380">
              <a:extLst>
                <a:ext uri="{FF2B5EF4-FFF2-40B4-BE49-F238E27FC236}">
                  <a16:creationId xmlns:a16="http://schemas.microsoft.com/office/drawing/2014/main" id="{40A6F209-2095-95E4-3E6A-E43E2A05220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22195" y="229497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82" name="Oval 381">
              <a:extLst>
                <a:ext uri="{FF2B5EF4-FFF2-40B4-BE49-F238E27FC236}">
                  <a16:creationId xmlns:a16="http://schemas.microsoft.com/office/drawing/2014/main" id="{EFAFCCE2-6DF2-5A74-8417-30D903BD76B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60981" y="245981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83" name="Oval 382">
              <a:extLst>
                <a:ext uri="{FF2B5EF4-FFF2-40B4-BE49-F238E27FC236}">
                  <a16:creationId xmlns:a16="http://schemas.microsoft.com/office/drawing/2014/main" id="{700499F4-E9A9-617B-A60A-2604D05D132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72692" y="26136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4" name="Rectangle 363">
              <a:extLst>
                <a:ext uri="{FF2B5EF4-FFF2-40B4-BE49-F238E27FC236}">
                  <a16:creationId xmlns:a16="http://schemas.microsoft.com/office/drawing/2014/main" id="{7360C9B6-AAE6-3DFA-CBE9-2F74868CC96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59257" y="1938191"/>
              <a:ext cx="632743" cy="4919810"/>
            </a:xfrm>
            <a:prstGeom prst="rect">
              <a:avLst/>
            </a:prstGeom>
            <a:gradFill>
              <a:gsLst>
                <a:gs pos="0">
                  <a:schemeClr val="bg1">
                    <a:lumMod val="95000"/>
                    <a:alpha val="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cxnSp>
        <p:nvCxnSpPr>
          <p:cNvPr id="385" name="Straight Connector 384">
            <a:extLst>
              <a:ext uri="{FF2B5EF4-FFF2-40B4-BE49-F238E27FC236}">
                <a16:creationId xmlns:a16="http://schemas.microsoft.com/office/drawing/2014/main" id="{E708B95F-C361-EB8C-A0AD-7518EDB7D6F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6200" y="733425"/>
            <a:ext cx="1048702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6" name="TextBox 385">
            <a:extLst>
              <a:ext uri="{FF2B5EF4-FFF2-40B4-BE49-F238E27FC236}">
                <a16:creationId xmlns:a16="http://schemas.microsoft.com/office/drawing/2014/main" id="{8B6A72E5-6C1C-60C2-EDB6-682DC3EEAFA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981575" y="6628626"/>
            <a:ext cx="6057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Aakash Nandy ▪ Engineering Science - Aerospace</a:t>
            </a:r>
          </a:p>
        </p:txBody>
      </p:sp>
      <p:sp>
        <p:nvSpPr>
          <p:cNvPr id="393" name="Title 1">
            <a:extLst>
              <a:ext uri="{FF2B5EF4-FFF2-40B4-BE49-F238E27FC236}">
                <a16:creationId xmlns:a16="http://schemas.microsoft.com/office/drawing/2014/main" id="{7DC2A3F3-8BC6-F840-335F-9DE108BF4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75" y="0"/>
            <a:ext cx="11385713" cy="876299"/>
          </a:xfrm>
        </p:spPr>
        <p:txBody>
          <a:bodyPr>
            <a:noAutofit/>
          </a:bodyPr>
          <a:lstStyle/>
          <a:p>
            <a:r>
              <a:rPr lang="en-CA" sz="3200" b="1" dirty="0"/>
              <a:t>Example Pipeline Run: “High-fidelity” Simulation Setup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8F3648-96D5-CF17-BC1A-F2E4E7483F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975" y="876299"/>
            <a:ext cx="4900072" cy="559715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48CA53C-818A-CCAE-98F6-0B207A5C3C69}"/>
              </a:ext>
            </a:extLst>
          </p:cNvPr>
          <p:cNvSpPr txBox="1"/>
          <p:nvPr/>
        </p:nvSpPr>
        <p:spPr>
          <a:xfrm>
            <a:off x="5156460" y="876299"/>
            <a:ext cx="5948314" cy="2477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Issue: </a:t>
            </a:r>
            <a:r>
              <a:rPr lang="en-CA" dirty="0"/>
              <a:t>ANSYS student license </a:t>
            </a:r>
            <a:r>
              <a:rPr lang="en-CA" i="1" dirty="0"/>
              <a:t>only allows 512,000 elements</a:t>
            </a:r>
            <a:r>
              <a:rPr lang="en-CA" dirty="0"/>
              <a:t> which is not nearly enough for a good simulation.</a:t>
            </a:r>
          </a:p>
          <a:p>
            <a:endParaRPr lang="en-CA" sz="500" dirty="0"/>
          </a:p>
          <a:p>
            <a:r>
              <a:rPr lang="en-CA" b="1" dirty="0"/>
              <a:t>Temporary Solution</a:t>
            </a:r>
            <a:r>
              <a:rPr lang="en-CA" dirty="0"/>
              <a:t>: Run simulation without volute (only rotationally non-periodic part) for proof of concept. Then, take advantage of the periodicity of the other parts of the pump to reduce element count.</a:t>
            </a:r>
          </a:p>
          <a:p>
            <a:endParaRPr lang="en-CA" b="1" dirty="0"/>
          </a:p>
          <a:p>
            <a:endParaRPr lang="en-CA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E26629B-1656-BB4A-C230-7459052C36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0730" y="2758222"/>
            <a:ext cx="5930148" cy="3870404"/>
          </a:xfrm>
          <a:prstGeom prst="rect">
            <a:avLst/>
          </a:prstGeom>
          <a:ln w="28575">
            <a:solidFill>
              <a:srgbClr val="000000"/>
            </a:solidFill>
          </a:ln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05A0930C-C469-84E7-0045-23FA808E3930}"/>
              </a:ext>
            </a:extLst>
          </p:cNvPr>
          <p:cNvSpPr/>
          <p:nvPr/>
        </p:nvSpPr>
        <p:spPr>
          <a:xfrm>
            <a:off x="5231875" y="2739368"/>
            <a:ext cx="2658900" cy="2193346"/>
          </a:xfrm>
          <a:prstGeom prst="rect">
            <a:avLst/>
          </a:prstGeom>
          <a:solidFill>
            <a:srgbClr val="FFD682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solidFill>
                  <a:srgbClr val="000000"/>
                </a:solidFill>
              </a:rPr>
              <a:t>Elements: 502,426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solidFill>
                  <a:srgbClr val="000000"/>
                </a:solidFill>
              </a:rPr>
              <a:t>4 inducer blades </a:t>
            </a:r>
            <a:r>
              <a:rPr lang="en-CA" dirty="0">
                <a:solidFill>
                  <a:srgbClr val="000000"/>
                </a:solidFill>
                <a:sym typeface="Wingdings" panose="05000000000000000000" pitchFamily="2" charset="2"/>
              </a:rPr>
              <a:t>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solidFill>
                  <a:srgbClr val="000000"/>
                </a:solidFill>
              </a:rPr>
              <a:t>8 impeller blade </a:t>
            </a:r>
            <a:r>
              <a:rPr lang="en-CA" dirty="0">
                <a:solidFill>
                  <a:srgbClr val="000000"/>
                </a:solidFill>
                <a:sym typeface="Wingdings" panose="05000000000000000000" pitchFamily="2" charset="2"/>
              </a:rPr>
              <a:t>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rgbClr val="000000"/>
                </a:solidFill>
                <a:sym typeface="Wingdings" panose="05000000000000000000" pitchFamily="2" charset="2"/>
              </a:rPr>
              <a:t>Orthogonality and skewness issues </a:t>
            </a:r>
            <a:r>
              <a:rPr lang="en-CA" dirty="0">
                <a:solidFill>
                  <a:srgbClr val="000000"/>
                </a:solidFill>
                <a:sym typeface="Wingdings" panose="05000000000000000000" pitchFamily="2" charset="2"/>
              </a:rPr>
              <a:t>but they’re unavoidable with 512k limit</a:t>
            </a:r>
            <a:endParaRPr lang="en-CA" dirty="0">
              <a:solidFill>
                <a:srgbClr val="000000"/>
              </a:solidFill>
            </a:endParaRPr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81204EB2-58EE-5494-19AA-9E3D75EE9AFD}"/>
              </a:ext>
            </a:extLst>
          </p:cNvPr>
          <p:cNvCxnSpPr>
            <a:cxnSpLocks/>
          </p:cNvCxnSpPr>
          <p:nvPr/>
        </p:nvCxnSpPr>
        <p:spPr>
          <a:xfrm rot="10800000" flipV="1">
            <a:off x="3450213" y="1825602"/>
            <a:ext cx="5514679" cy="3594810"/>
          </a:xfrm>
          <a:prstGeom prst="bentConnector3">
            <a:avLst>
              <a:gd name="adj1" fmla="val 72393"/>
            </a:avLst>
          </a:prstGeom>
          <a:ln w="28575">
            <a:solidFill>
              <a:srgbClr val="FBB9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2F239A8-9EEC-9C81-00E8-56A2C4939A5B}"/>
              </a:ext>
            </a:extLst>
          </p:cNvPr>
          <p:cNvCxnSpPr>
            <a:cxnSpLocks/>
          </p:cNvCxnSpPr>
          <p:nvPr/>
        </p:nvCxnSpPr>
        <p:spPr>
          <a:xfrm>
            <a:off x="8889475" y="1832295"/>
            <a:ext cx="1416575" cy="0"/>
          </a:xfrm>
          <a:prstGeom prst="line">
            <a:avLst/>
          </a:prstGeom>
          <a:ln w="76200">
            <a:solidFill>
              <a:srgbClr val="FBB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3" name="Picture 42">
            <a:extLst>
              <a:ext uri="{FF2B5EF4-FFF2-40B4-BE49-F238E27FC236}">
                <a16:creationId xmlns:a16="http://schemas.microsoft.com/office/drawing/2014/main" id="{BD2B8E2E-1D7D-F23C-97B1-50DFEC4894A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67591" b="71713"/>
          <a:stretch>
            <a:fillRect/>
          </a:stretch>
        </p:blipFill>
        <p:spPr>
          <a:xfrm>
            <a:off x="9719034" y="2838438"/>
            <a:ext cx="1414020" cy="1751562"/>
          </a:xfrm>
          <a:prstGeom prst="rect">
            <a:avLst/>
          </a:prstGeom>
          <a:ln w="28575">
            <a:solidFill>
              <a:srgbClr val="FBB900"/>
            </a:solidFill>
          </a:ln>
        </p:spPr>
      </p:pic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F6ADE9B5-C2CF-38A9-1D28-01C8535CE56D}"/>
              </a:ext>
            </a:extLst>
          </p:cNvPr>
          <p:cNvCxnSpPr>
            <a:cxnSpLocks/>
          </p:cNvCxnSpPr>
          <p:nvPr/>
        </p:nvCxnSpPr>
        <p:spPr>
          <a:xfrm flipV="1">
            <a:off x="7569724" y="2914925"/>
            <a:ext cx="2101486" cy="955997"/>
          </a:xfrm>
          <a:prstGeom prst="bentConnector3">
            <a:avLst>
              <a:gd name="adj1" fmla="val 21291"/>
            </a:avLst>
          </a:prstGeom>
          <a:ln w="28575">
            <a:solidFill>
              <a:srgbClr val="FBB9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66046A99-2581-D01C-9738-A28CC7C44212}"/>
              </a:ext>
            </a:extLst>
          </p:cNvPr>
          <p:cNvSpPr/>
          <p:nvPr/>
        </p:nvSpPr>
        <p:spPr>
          <a:xfrm>
            <a:off x="10101263" y="4599427"/>
            <a:ext cx="1046374" cy="425061"/>
          </a:xfrm>
          <a:prstGeom prst="rect">
            <a:avLst/>
          </a:prstGeom>
          <a:solidFill>
            <a:srgbClr val="000000"/>
          </a:solidFill>
          <a:ln w="28575">
            <a:solidFill>
              <a:srgbClr val="FBB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 err="1">
                <a:solidFill>
                  <a:srgbClr val="FBB900"/>
                </a:solidFill>
              </a:rPr>
              <a:t>TurboGrid</a:t>
            </a:r>
            <a:r>
              <a:rPr lang="en-CA" sz="1400" dirty="0">
                <a:solidFill>
                  <a:srgbClr val="FBB900"/>
                </a:solidFill>
              </a:rPr>
              <a:t> Mesh Stats</a:t>
            </a:r>
          </a:p>
        </p:txBody>
      </p:sp>
    </p:spTree>
    <p:extLst>
      <p:ext uri="{BB962C8B-B14F-4D97-AF65-F5344CB8AC3E}">
        <p14:creationId xmlns:p14="http://schemas.microsoft.com/office/powerpoint/2010/main" val="26252771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02A6EE-D684-0498-50DB-4FC001C97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2" name="Group 391">
            <a:extLst>
              <a:ext uri="{FF2B5EF4-FFF2-40B4-BE49-F238E27FC236}">
                <a16:creationId xmlns:a16="http://schemas.microsoft.com/office/drawing/2014/main" id="{F95B62B0-116C-1CCE-BC18-4E80473B553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0770010" y="-117399"/>
            <a:ext cx="1453570" cy="6975400"/>
            <a:chOff x="10770010" y="-117399"/>
            <a:chExt cx="1453570" cy="6975400"/>
          </a:xfrm>
        </p:grpSpPr>
        <p:sp>
          <p:nvSpPr>
            <p:cNvPr id="365" name="Oval 364">
              <a:extLst>
                <a:ext uri="{FF2B5EF4-FFF2-40B4-BE49-F238E27FC236}">
                  <a16:creationId xmlns:a16="http://schemas.microsoft.com/office/drawing/2014/main" id="{1D30887F-B24E-EDD1-BE05-94CE5E2B6CB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38907" y="295017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BC979B2-333C-A0DF-8560-EA44A26A5877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866728">
              <a:off x="10770010" y="-117399"/>
              <a:ext cx="1163816" cy="2147195"/>
            </a:xfrm>
            <a:prstGeom prst="rect">
              <a:avLst/>
            </a:prstGeom>
          </p:spPr>
        </p:pic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826F13EF-1387-7D6D-7478-D034DA335B1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87200" y="178860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B2941B46-71CA-7848-B7C3-BD5C1A2C581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32167" y="18563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4E747C79-1172-FBE2-DFF9-A8EC86CB231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23200" y="18923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D2BC0FCF-1407-3433-CF4A-11ACF7F74B8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41134" y="18743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444AC635-2956-0833-75DF-862E20E6022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14167" y="19564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B27F2A0D-5689-B192-FA24-373767661AF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87552" y="182492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E8C938A6-5E3B-E8FF-7465-CA046229A8F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98619" y="19564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130A5790-AF09-945C-26F1-FD9D8543811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23552" y="19381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72D5EA0D-D43E-E179-9549-D33F248F9C5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29715" y="199882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7A1B3399-B008-B9BE-BE0B-E49C712C7AE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64671" y="205145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62E0ADEF-D2C6-1C9B-51AA-BDEE3633A34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82671" y="18743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998BC1CA-C90D-4E8B-FE8D-86DB90CC0E1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27950" y="206690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51CA3549-98F6-D4FF-1FF9-3628979E25A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47657" y="198082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903BBD9B-5F8C-499F-02EC-C0176C83AE8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91590" y="206690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D82E5263-5ED2-6A1C-7C0D-BB020E9B51C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69552" y="210290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0A6AF6B7-F47D-662C-4F6B-3F0AF9721F9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77134" y="215932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DC9A3684-8AA8-EE79-33BF-1000EE86295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26620" y="227931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FBB8341F-3175-871D-0A59-7BAE2A51CA8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41200" y="240581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9717F6AC-DA9D-12DD-F05D-3BE991DED7F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89232" y="234549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5DED2EF4-B73D-DD07-2F2F-8BF17104041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87200" y="21751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D65992C5-CEA4-71D8-C00B-54C47AAB677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23552" y="22185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9F831A0A-39C8-D9F3-261F-8321212D87E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17934" y="215032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DAC8C326-B7E2-E484-5F3F-4B74A69BB43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90103" y="226974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53E7BF83-BA18-1570-E868-323C07DE794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80619" y="21931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8717A346-08B1-8304-D962-5DA788FD1AB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11657" y="227931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E7E3D34F-877F-EB90-B982-BB0C448308C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41552" y="236092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53199D26-0DBA-33B8-559E-06A7DE19933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26103" y="239692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A1F043B2-7493-1BCD-AB14-E51329C27E4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33077" y="244181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D3BC0B22-0C3F-A6F6-1E40-27EE56E5776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52858" y="247973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7EB1CB2D-0EB4-64AB-8A61-F06651A037B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83995" y="254699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58CAA05C-27BB-73C1-DD38-870BB1C709F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43301" y="25543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070E9F5C-3324-2C27-09B6-060C4D7BC70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47795" y="26676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05B234F7-CE77-3888-3918-5CE27F604F6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65995" y="268861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B145BC6C-FF16-2B16-D8D8-34E4CDE61C4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98213" y="26856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023629EA-78E2-5DEE-E47E-74635BB3826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45351" y="26496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7E2D4F30-A5E9-2F24-407F-667B9D8ED46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48825" y="252062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A4456778-3832-65B2-9F48-BCB3DE86D0F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26132" y="272795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ABE4E1F3-686A-4018-7092-84C1479D1C8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50147" y="292445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A65D1761-A949-8E6B-C71F-D5B7EE778F3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71085" y="295017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A2CD76F5-653F-D935-AEC9-9C9AB134EBA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19995" y="281792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C177D48E-2A82-C7F0-ACD2-A33B481C706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00671" y="286342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90BC9384-837B-B285-9A6F-C96EECF9C3D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72103" y="277249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4896CF55-938D-7339-F803-FC703479612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14112" y="31265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99FAF77B-C455-D389-2AE5-29E16B2576A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62144" y="306626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D6ED323D-EB8B-8AEC-AB52-8A9B792D720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14464" y="308169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C83BD45B-9571-40D5-A390-5092D8564F4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99015" y="311769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B1F7DB85-CD2C-E833-D97D-75444FA12FF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05989" y="31625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AC750C29-4E60-F143-7A2A-93D4E205FFE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25770" y="320050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54469F0F-9F17-33DA-EBF6-32F857F3C83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56907" y="326777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92C6058C-0DA0-430E-C967-B27E8C30AEB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16213" y="327510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34CF5BA6-BE20-CDE3-47DC-3A5D755C85F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20707" y="338846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58D66D98-094A-01A8-E14B-B48A239CFD5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38907" y="340938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55FC1FE7-D909-6EAF-2D3A-C699B479BF0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71125" y="340646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D87EA6B3-A702-645B-8838-46BFE53F1A1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18263" y="337046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11CB6258-C368-F022-6D58-8C66270BA19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21737" y="324140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E6C3CA17-E7A3-1176-5DF4-029286C32BB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9008305">
              <a:off x="11616136" y="346581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E024E850-56B3-9B25-058A-5BCD98A0AAD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23059" y="364522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5C5CE7AD-B7BD-0493-933C-93F81CEF66D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43997" y="367094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2CE68A12-3333-09C1-A778-96C7901D88B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92907" y="353870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10B9E7FB-156F-B80C-06DB-BD4302A9AC8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73583" y="358420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0187D3CE-64BC-A0B7-E83F-3D05BB3E2CB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45015" y="349327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A085F2EA-91ED-EC0D-9ADD-4E05DD0DBE5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15047" y="39382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A972B950-65B6-0FE5-AFB0-052AC2DE58F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63079" y="387797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EA0EE9B8-2A01-4529-73DD-0258F9668C9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15399" y="389340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4612F35C-E0F1-9EAE-427C-943CDB0158B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99950" y="392940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E2F7CA75-9FAB-CBDB-34F1-541058EC264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26705" y="401221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B4060C76-DCFB-F3C9-5767-47CEF8A4024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57842" y="407947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1E0F90C3-F5DF-496F-09BA-F84D73911A2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17148" y="408681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1" name="Oval 220">
              <a:extLst>
                <a:ext uri="{FF2B5EF4-FFF2-40B4-BE49-F238E27FC236}">
                  <a16:creationId xmlns:a16="http://schemas.microsoft.com/office/drawing/2014/main" id="{76D56DC8-DE67-421D-E681-44591AD66ED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39842" y="422109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3" name="Oval 222">
              <a:extLst>
                <a:ext uri="{FF2B5EF4-FFF2-40B4-BE49-F238E27FC236}">
                  <a16:creationId xmlns:a16="http://schemas.microsoft.com/office/drawing/2014/main" id="{9DC3B367-EF32-AC32-A97E-737053362FF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72060" y="421816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5" name="Oval 224">
              <a:extLst>
                <a:ext uri="{FF2B5EF4-FFF2-40B4-BE49-F238E27FC236}">
                  <a16:creationId xmlns:a16="http://schemas.microsoft.com/office/drawing/2014/main" id="{FADF29C3-8E6A-970D-E4F4-DA2C454EB99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19198" y="418216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7" name="Oval 226">
              <a:extLst>
                <a:ext uri="{FF2B5EF4-FFF2-40B4-BE49-F238E27FC236}">
                  <a16:creationId xmlns:a16="http://schemas.microsoft.com/office/drawing/2014/main" id="{63119527-D753-87E6-CF16-348C956EF16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22672" y="405310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9" name="Oval 228">
              <a:extLst>
                <a:ext uri="{FF2B5EF4-FFF2-40B4-BE49-F238E27FC236}">
                  <a16:creationId xmlns:a16="http://schemas.microsoft.com/office/drawing/2014/main" id="{044CE15F-90FA-CC21-4180-C538654E0CD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82887" y="426897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31" name="Oval 230">
              <a:extLst>
                <a:ext uri="{FF2B5EF4-FFF2-40B4-BE49-F238E27FC236}">
                  <a16:creationId xmlns:a16="http://schemas.microsoft.com/office/drawing/2014/main" id="{D987DD14-E334-D1BE-0D2E-8F8D0BA71F2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23994" y="445692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33" name="Oval 232">
              <a:extLst>
                <a:ext uri="{FF2B5EF4-FFF2-40B4-BE49-F238E27FC236}">
                  <a16:creationId xmlns:a16="http://schemas.microsoft.com/office/drawing/2014/main" id="{E958FE24-6A2D-99A0-4C54-9075CD43DB8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44932" y="448265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35" name="Oval 234">
              <a:extLst>
                <a:ext uri="{FF2B5EF4-FFF2-40B4-BE49-F238E27FC236}">
                  <a16:creationId xmlns:a16="http://schemas.microsoft.com/office/drawing/2014/main" id="{A13B9CFB-EB97-C103-A10B-1690692E3C5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93842" y="435040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37" name="Oval 236">
              <a:extLst>
                <a:ext uri="{FF2B5EF4-FFF2-40B4-BE49-F238E27FC236}">
                  <a16:creationId xmlns:a16="http://schemas.microsoft.com/office/drawing/2014/main" id="{46DD7A77-68F6-9C94-1A04-743B0EA138B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57426" y="437026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39" name="Oval 238">
              <a:extLst>
                <a:ext uri="{FF2B5EF4-FFF2-40B4-BE49-F238E27FC236}">
                  <a16:creationId xmlns:a16="http://schemas.microsoft.com/office/drawing/2014/main" id="{71EBA820-634E-E307-05EB-5C9A92B2F27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45950" y="430497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0" name="Oval 239">
              <a:extLst>
                <a:ext uri="{FF2B5EF4-FFF2-40B4-BE49-F238E27FC236}">
                  <a16:creationId xmlns:a16="http://schemas.microsoft.com/office/drawing/2014/main" id="{22D12805-6781-ECC5-D92B-49D8B4D1D20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63950" y="37916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1" name="Oval 240">
              <a:extLst>
                <a:ext uri="{FF2B5EF4-FFF2-40B4-BE49-F238E27FC236}">
                  <a16:creationId xmlns:a16="http://schemas.microsoft.com/office/drawing/2014/main" id="{E83802EA-B7DF-756E-A862-6EDD58DB620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47375" y="37559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2" name="Oval 241">
              <a:extLst>
                <a:ext uri="{FF2B5EF4-FFF2-40B4-BE49-F238E27FC236}">
                  <a16:creationId xmlns:a16="http://schemas.microsoft.com/office/drawing/2014/main" id="{62703C8A-3C6B-6B54-1DC7-71DE3982290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38887" y="290913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3" name="Oval 242">
              <a:extLst>
                <a:ext uri="{FF2B5EF4-FFF2-40B4-BE49-F238E27FC236}">
                  <a16:creationId xmlns:a16="http://schemas.microsoft.com/office/drawing/2014/main" id="{A58AD355-7DB4-F7E9-1FAD-CE53FDEF227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25805" y="37359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4" name="Oval 243">
              <a:extLst>
                <a:ext uri="{FF2B5EF4-FFF2-40B4-BE49-F238E27FC236}">
                  <a16:creationId xmlns:a16="http://schemas.microsoft.com/office/drawing/2014/main" id="{D58E9DF0-53B3-6A32-02FB-E202E79F665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14464" y="380247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6" name="Oval 245">
              <a:extLst>
                <a:ext uri="{FF2B5EF4-FFF2-40B4-BE49-F238E27FC236}">
                  <a16:creationId xmlns:a16="http://schemas.microsoft.com/office/drawing/2014/main" id="{6B933A19-061E-9F32-CD56-87998CF9CD5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19374" y="463455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8" name="Oval 247">
              <a:extLst>
                <a:ext uri="{FF2B5EF4-FFF2-40B4-BE49-F238E27FC236}">
                  <a16:creationId xmlns:a16="http://schemas.microsoft.com/office/drawing/2014/main" id="{EE3F97B9-BCD3-16BD-6CB5-B1AAC24BC44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67406" y="457423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50" name="Oval 249">
              <a:extLst>
                <a:ext uri="{FF2B5EF4-FFF2-40B4-BE49-F238E27FC236}">
                  <a16:creationId xmlns:a16="http://schemas.microsoft.com/office/drawing/2014/main" id="{DA4920E1-0F18-49A2-30FF-3EEFCABC8D8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19726" y="458966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52" name="Oval 251">
              <a:extLst>
                <a:ext uri="{FF2B5EF4-FFF2-40B4-BE49-F238E27FC236}">
                  <a16:creationId xmlns:a16="http://schemas.microsoft.com/office/drawing/2014/main" id="{A6044D9F-011E-CE7F-D08D-83FA10D6AC4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04277" y="462566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56" name="Oval 255">
              <a:extLst>
                <a:ext uri="{FF2B5EF4-FFF2-40B4-BE49-F238E27FC236}">
                  <a16:creationId xmlns:a16="http://schemas.microsoft.com/office/drawing/2014/main" id="{59F68D7E-A687-4902-AF42-7C99515BE20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31032" y="470847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58" name="Oval 257">
              <a:extLst>
                <a:ext uri="{FF2B5EF4-FFF2-40B4-BE49-F238E27FC236}">
                  <a16:creationId xmlns:a16="http://schemas.microsoft.com/office/drawing/2014/main" id="{40560343-1AC9-F945-6E07-5E07EBB568F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62169" y="477574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60" name="Oval 259">
              <a:extLst>
                <a:ext uri="{FF2B5EF4-FFF2-40B4-BE49-F238E27FC236}">
                  <a16:creationId xmlns:a16="http://schemas.microsoft.com/office/drawing/2014/main" id="{8FB31B40-33F8-E689-E483-6585E699C71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21475" y="478307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64" name="Oval 263">
              <a:extLst>
                <a:ext uri="{FF2B5EF4-FFF2-40B4-BE49-F238E27FC236}">
                  <a16:creationId xmlns:a16="http://schemas.microsoft.com/office/drawing/2014/main" id="{B008C7BD-7385-5725-65D2-5702A20A618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44169" y="491735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66" name="Oval 265">
              <a:extLst>
                <a:ext uri="{FF2B5EF4-FFF2-40B4-BE49-F238E27FC236}">
                  <a16:creationId xmlns:a16="http://schemas.microsoft.com/office/drawing/2014/main" id="{788B0460-7F40-D777-05F1-CB5E62AD93F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76387" y="491443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68" name="Oval 267">
              <a:extLst>
                <a:ext uri="{FF2B5EF4-FFF2-40B4-BE49-F238E27FC236}">
                  <a16:creationId xmlns:a16="http://schemas.microsoft.com/office/drawing/2014/main" id="{4028E0A7-2838-C0E4-B568-500EF55CBB6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23525" y="487843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70" name="Oval 269">
              <a:extLst>
                <a:ext uri="{FF2B5EF4-FFF2-40B4-BE49-F238E27FC236}">
                  <a16:creationId xmlns:a16="http://schemas.microsoft.com/office/drawing/2014/main" id="{51F75390-09B5-4F0F-BE6E-6712B5B6226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26999" y="474937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72" name="Oval 271">
              <a:extLst>
                <a:ext uri="{FF2B5EF4-FFF2-40B4-BE49-F238E27FC236}">
                  <a16:creationId xmlns:a16="http://schemas.microsoft.com/office/drawing/2014/main" id="{0EB0E924-FFED-DE69-49B7-F2C4DB043F7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87214" y="496524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74" name="Oval 273">
              <a:extLst>
                <a:ext uri="{FF2B5EF4-FFF2-40B4-BE49-F238E27FC236}">
                  <a16:creationId xmlns:a16="http://schemas.microsoft.com/office/drawing/2014/main" id="{0246D039-373E-8AE1-4EE8-39268257C5B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28321" y="515319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76" name="Oval 275">
              <a:extLst>
                <a:ext uri="{FF2B5EF4-FFF2-40B4-BE49-F238E27FC236}">
                  <a16:creationId xmlns:a16="http://schemas.microsoft.com/office/drawing/2014/main" id="{CCBA49B6-2A1E-9517-28BA-EFC99EE6789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49259" y="517892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78" name="Oval 277">
              <a:extLst>
                <a:ext uri="{FF2B5EF4-FFF2-40B4-BE49-F238E27FC236}">
                  <a16:creationId xmlns:a16="http://schemas.microsoft.com/office/drawing/2014/main" id="{F3F70DF2-7754-08B0-1B94-6D5777183D1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98169" y="504667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80" name="Oval 279">
              <a:extLst>
                <a:ext uri="{FF2B5EF4-FFF2-40B4-BE49-F238E27FC236}">
                  <a16:creationId xmlns:a16="http://schemas.microsoft.com/office/drawing/2014/main" id="{592A7105-A820-BCC3-AAD6-48DCEAFEE25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78845" y="509217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82" name="Oval 281">
              <a:extLst>
                <a:ext uri="{FF2B5EF4-FFF2-40B4-BE49-F238E27FC236}">
                  <a16:creationId xmlns:a16="http://schemas.microsoft.com/office/drawing/2014/main" id="{D2392626-7F33-7511-75B7-6B0237AA1F8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50277" y="500124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84" name="Oval 283">
              <a:extLst>
                <a:ext uri="{FF2B5EF4-FFF2-40B4-BE49-F238E27FC236}">
                  <a16:creationId xmlns:a16="http://schemas.microsoft.com/office/drawing/2014/main" id="{11B4EBF5-A466-60E4-E2C3-1601D9CC5B1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75667" y="535204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86" name="Oval 285">
              <a:extLst>
                <a:ext uri="{FF2B5EF4-FFF2-40B4-BE49-F238E27FC236}">
                  <a16:creationId xmlns:a16="http://schemas.microsoft.com/office/drawing/2014/main" id="{711FB358-37FB-F1A3-6EF6-163B1B4616E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23699" y="529172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88" name="Oval 287">
              <a:extLst>
                <a:ext uri="{FF2B5EF4-FFF2-40B4-BE49-F238E27FC236}">
                  <a16:creationId xmlns:a16="http://schemas.microsoft.com/office/drawing/2014/main" id="{52371803-2F83-3591-CF23-53661C22846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76019" y="530715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90" name="Oval 289">
              <a:extLst>
                <a:ext uri="{FF2B5EF4-FFF2-40B4-BE49-F238E27FC236}">
                  <a16:creationId xmlns:a16="http://schemas.microsoft.com/office/drawing/2014/main" id="{9CF67E31-46F5-CB9E-D57E-B607F2987C4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60570" y="534315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92" name="Oval 291">
              <a:extLst>
                <a:ext uri="{FF2B5EF4-FFF2-40B4-BE49-F238E27FC236}">
                  <a16:creationId xmlns:a16="http://schemas.microsoft.com/office/drawing/2014/main" id="{70C684B9-FD93-6E8B-6630-3CEDFBD22DF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67544" y="538804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94" name="Oval 293">
              <a:extLst>
                <a:ext uri="{FF2B5EF4-FFF2-40B4-BE49-F238E27FC236}">
                  <a16:creationId xmlns:a16="http://schemas.microsoft.com/office/drawing/2014/main" id="{FE3F1B3E-F671-3299-5492-CB55BD7EAED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87325" y="542596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96" name="Oval 295">
              <a:extLst>
                <a:ext uri="{FF2B5EF4-FFF2-40B4-BE49-F238E27FC236}">
                  <a16:creationId xmlns:a16="http://schemas.microsoft.com/office/drawing/2014/main" id="{1E4F14BE-31E9-71E8-F72D-D9CDD610DDF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18462" y="549322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98" name="Oval 297">
              <a:extLst>
                <a:ext uri="{FF2B5EF4-FFF2-40B4-BE49-F238E27FC236}">
                  <a16:creationId xmlns:a16="http://schemas.microsoft.com/office/drawing/2014/main" id="{6F53CB67-3B0B-2B08-66B7-74642B6D7B6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77768" y="550056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00" name="Oval 299">
              <a:extLst>
                <a:ext uri="{FF2B5EF4-FFF2-40B4-BE49-F238E27FC236}">
                  <a16:creationId xmlns:a16="http://schemas.microsoft.com/office/drawing/2014/main" id="{AC678724-B7D4-4D48-655A-AC13BE7BBFC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82262" y="561391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02" name="Oval 301">
              <a:extLst>
                <a:ext uri="{FF2B5EF4-FFF2-40B4-BE49-F238E27FC236}">
                  <a16:creationId xmlns:a16="http://schemas.microsoft.com/office/drawing/2014/main" id="{E5CF90FA-285B-2460-4E99-0D4F8516ED2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00462" y="563484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04" name="Oval 303">
              <a:extLst>
                <a:ext uri="{FF2B5EF4-FFF2-40B4-BE49-F238E27FC236}">
                  <a16:creationId xmlns:a16="http://schemas.microsoft.com/office/drawing/2014/main" id="{96D9C5F4-5568-FA7F-F382-D8CBCCF49D8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32680" y="563191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06" name="Oval 305">
              <a:extLst>
                <a:ext uri="{FF2B5EF4-FFF2-40B4-BE49-F238E27FC236}">
                  <a16:creationId xmlns:a16="http://schemas.microsoft.com/office/drawing/2014/main" id="{ADD3FA70-4A20-C726-BC60-1507A6B81AA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79818" y="559591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08" name="Oval 307">
              <a:extLst>
                <a:ext uri="{FF2B5EF4-FFF2-40B4-BE49-F238E27FC236}">
                  <a16:creationId xmlns:a16="http://schemas.microsoft.com/office/drawing/2014/main" id="{04240056-175F-4553-92FE-5428E7A36D1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83292" y="546685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0" name="Oval 309">
              <a:extLst>
                <a:ext uri="{FF2B5EF4-FFF2-40B4-BE49-F238E27FC236}">
                  <a16:creationId xmlns:a16="http://schemas.microsoft.com/office/drawing/2014/main" id="{CE10918C-04BE-3091-307F-D8CFF48F854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04733" y="575109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2" name="Oval 311">
              <a:extLst>
                <a:ext uri="{FF2B5EF4-FFF2-40B4-BE49-F238E27FC236}">
                  <a16:creationId xmlns:a16="http://schemas.microsoft.com/office/drawing/2014/main" id="{B8E6E158-A217-93D4-F355-7745A1ED374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84614" y="587068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4" name="Oval 313">
              <a:extLst>
                <a:ext uri="{FF2B5EF4-FFF2-40B4-BE49-F238E27FC236}">
                  <a16:creationId xmlns:a16="http://schemas.microsoft.com/office/drawing/2014/main" id="{9B41761D-8653-D831-1F39-DEB2B17E967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05552" y="589640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6" name="Oval 315">
              <a:extLst>
                <a:ext uri="{FF2B5EF4-FFF2-40B4-BE49-F238E27FC236}">
                  <a16:creationId xmlns:a16="http://schemas.microsoft.com/office/drawing/2014/main" id="{8908B2FE-C0BB-2ED6-5608-906A7FC7E32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54462" y="576415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8" name="Oval 317">
              <a:extLst>
                <a:ext uri="{FF2B5EF4-FFF2-40B4-BE49-F238E27FC236}">
                  <a16:creationId xmlns:a16="http://schemas.microsoft.com/office/drawing/2014/main" id="{5FA9CA20-F775-7958-E545-FBEFF244EC6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35138" y="580965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20" name="Oval 319">
              <a:extLst>
                <a:ext uri="{FF2B5EF4-FFF2-40B4-BE49-F238E27FC236}">
                  <a16:creationId xmlns:a16="http://schemas.microsoft.com/office/drawing/2014/main" id="{D5CB1242-36F9-05A6-F5E6-6491C2121EF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06570" y="571872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22" name="Oval 321">
              <a:extLst>
                <a:ext uri="{FF2B5EF4-FFF2-40B4-BE49-F238E27FC236}">
                  <a16:creationId xmlns:a16="http://schemas.microsoft.com/office/drawing/2014/main" id="{2927C06B-1C3E-438A-F4F0-229C6FACC61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80985" y="611995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24" name="Oval 323">
              <a:extLst>
                <a:ext uri="{FF2B5EF4-FFF2-40B4-BE49-F238E27FC236}">
                  <a16:creationId xmlns:a16="http://schemas.microsoft.com/office/drawing/2014/main" id="{64ED9297-CC91-CFB7-0B33-1DC10ABB8ED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29017" y="605963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26" name="Oval 325">
              <a:extLst>
                <a:ext uri="{FF2B5EF4-FFF2-40B4-BE49-F238E27FC236}">
                  <a16:creationId xmlns:a16="http://schemas.microsoft.com/office/drawing/2014/main" id="{D4E5C9FC-3495-16BD-48B0-D3942109806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81337" y="607506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28" name="Oval 327">
              <a:extLst>
                <a:ext uri="{FF2B5EF4-FFF2-40B4-BE49-F238E27FC236}">
                  <a16:creationId xmlns:a16="http://schemas.microsoft.com/office/drawing/2014/main" id="{705CBD7A-F6AA-8030-0DE6-A3FC416C68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65888" y="611106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30" name="Oval 329">
              <a:extLst>
                <a:ext uri="{FF2B5EF4-FFF2-40B4-BE49-F238E27FC236}">
                  <a16:creationId xmlns:a16="http://schemas.microsoft.com/office/drawing/2014/main" id="{D6A6F92D-280C-23A5-7437-6AAD09B274A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72862" y="615595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32" name="Oval 331">
              <a:extLst>
                <a:ext uri="{FF2B5EF4-FFF2-40B4-BE49-F238E27FC236}">
                  <a16:creationId xmlns:a16="http://schemas.microsoft.com/office/drawing/2014/main" id="{E06B226D-6253-AD1E-88F9-D01C2D1E7F2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92643" y="619387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34" name="Oval 333">
              <a:extLst>
                <a:ext uri="{FF2B5EF4-FFF2-40B4-BE49-F238E27FC236}">
                  <a16:creationId xmlns:a16="http://schemas.microsoft.com/office/drawing/2014/main" id="{4ACE81E2-0B50-507B-73F9-F5705488637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23780" y="626114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36" name="Oval 335">
              <a:extLst>
                <a:ext uri="{FF2B5EF4-FFF2-40B4-BE49-F238E27FC236}">
                  <a16:creationId xmlns:a16="http://schemas.microsoft.com/office/drawing/2014/main" id="{769940A8-C1C5-1304-506B-6D96490ECB1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83086" y="626848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38" name="Oval 337">
              <a:extLst>
                <a:ext uri="{FF2B5EF4-FFF2-40B4-BE49-F238E27FC236}">
                  <a16:creationId xmlns:a16="http://schemas.microsoft.com/office/drawing/2014/main" id="{D179A0EA-8230-5A2B-7EBB-CAE48719381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87580" y="638183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40" name="Oval 339">
              <a:extLst>
                <a:ext uri="{FF2B5EF4-FFF2-40B4-BE49-F238E27FC236}">
                  <a16:creationId xmlns:a16="http://schemas.microsoft.com/office/drawing/2014/main" id="{9CD31005-8D63-1A88-AEA8-FB3780DD131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05780" y="640275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42" name="Oval 341">
              <a:extLst>
                <a:ext uri="{FF2B5EF4-FFF2-40B4-BE49-F238E27FC236}">
                  <a16:creationId xmlns:a16="http://schemas.microsoft.com/office/drawing/2014/main" id="{CB5BFCAE-68DC-3AD1-AFC3-48FC43DF4AB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37998" y="639983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44" name="Oval 343">
              <a:extLst>
                <a:ext uri="{FF2B5EF4-FFF2-40B4-BE49-F238E27FC236}">
                  <a16:creationId xmlns:a16="http://schemas.microsoft.com/office/drawing/2014/main" id="{D4660A51-75FA-4677-1EF3-1F46CE80000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85136" y="636383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46" name="Oval 345">
              <a:extLst>
                <a:ext uri="{FF2B5EF4-FFF2-40B4-BE49-F238E27FC236}">
                  <a16:creationId xmlns:a16="http://schemas.microsoft.com/office/drawing/2014/main" id="{8BDDCF41-A030-131F-5308-832F6AC542D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88610" y="623477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48" name="Oval 347">
              <a:extLst>
                <a:ext uri="{FF2B5EF4-FFF2-40B4-BE49-F238E27FC236}">
                  <a16:creationId xmlns:a16="http://schemas.microsoft.com/office/drawing/2014/main" id="{7397ACA4-525D-FF19-25DA-E052270A519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48825" y="645064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50" name="Oval 349">
              <a:extLst>
                <a:ext uri="{FF2B5EF4-FFF2-40B4-BE49-F238E27FC236}">
                  <a16:creationId xmlns:a16="http://schemas.microsoft.com/office/drawing/2014/main" id="{96A92EE0-A85F-FFBD-9CEA-F018F96A15A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89932" y="663859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52" name="Oval 351">
              <a:extLst>
                <a:ext uri="{FF2B5EF4-FFF2-40B4-BE49-F238E27FC236}">
                  <a16:creationId xmlns:a16="http://schemas.microsoft.com/office/drawing/2014/main" id="{9AA1994C-E947-7365-CCB6-CCE3DB0C5E0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10870" y="666432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54" name="Oval 353">
              <a:extLst>
                <a:ext uri="{FF2B5EF4-FFF2-40B4-BE49-F238E27FC236}">
                  <a16:creationId xmlns:a16="http://schemas.microsoft.com/office/drawing/2014/main" id="{76BCAB2E-C674-B06E-0557-04CD493F7ED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59780" y="653207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56" name="Oval 355">
              <a:extLst>
                <a:ext uri="{FF2B5EF4-FFF2-40B4-BE49-F238E27FC236}">
                  <a16:creationId xmlns:a16="http://schemas.microsoft.com/office/drawing/2014/main" id="{DDDCACD7-67BC-5DA4-508D-6212DE82D2D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40456" y="657757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58" name="Oval 357">
              <a:extLst>
                <a:ext uri="{FF2B5EF4-FFF2-40B4-BE49-F238E27FC236}">
                  <a16:creationId xmlns:a16="http://schemas.microsoft.com/office/drawing/2014/main" id="{40B81AAC-ECCE-8F16-C3A6-56849BC0DF2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11888" y="648664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59" name="Oval 358">
              <a:extLst>
                <a:ext uri="{FF2B5EF4-FFF2-40B4-BE49-F238E27FC236}">
                  <a16:creationId xmlns:a16="http://schemas.microsoft.com/office/drawing/2014/main" id="{1B855BED-5C51-65C9-650F-F29AAD3EFF3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74907" y="673972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0" name="Oval 359">
              <a:extLst>
                <a:ext uri="{FF2B5EF4-FFF2-40B4-BE49-F238E27FC236}">
                  <a16:creationId xmlns:a16="http://schemas.microsoft.com/office/drawing/2014/main" id="{2AE789E9-A03C-1A9E-31D5-E60F3B114C7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87989" y="674684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1" name="Oval 360">
              <a:extLst>
                <a:ext uri="{FF2B5EF4-FFF2-40B4-BE49-F238E27FC236}">
                  <a16:creationId xmlns:a16="http://schemas.microsoft.com/office/drawing/2014/main" id="{222B0173-1CAD-21F5-A575-D296467F5E7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03409" y="671978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2" name="Oval 361">
              <a:extLst>
                <a:ext uri="{FF2B5EF4-FFF2-40B4-BE49-F238E27FC236}">
                  <a16:creationId xmlns:a16="http://schemas.microsoft.com/office/drawing/2014/main" id="{95D088A8-C2FB-B256-A4CB-0E28AF0D8A9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14132" y="444884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3" name="Oval 362">
              <a:extLst>
                <a:ext uri="{FF2B5EF4-FFF2-40B4-BE49-F238E27FC236}">
                  <a16:creationId xmlns:a16="http://schemas.microsoft.com/office/drawing/2014/main" id="{F17D374F-8D84-09F8-7D41-09F68A5366C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39683" y="30079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6" name="Oval 365">
              <a:extLst>
                <a:ext uri="{FF2B5EF4-FFF2-40B4-BE49-F238E27FC236}">
                  <a16:creationId xmlns:a16="http://schemas.microsoft.com/office/drawing/2014/main" id="{67445BB4-99FD-B4A3-AC50-D20363EC4EE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51552" y="174070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8" name="Oval 367">
              <a:extLst>
                <a:ext uri="{FF2B5EF4-FFF2-40B4-BE49-F238E27FC236}">
                  <a16:creationId xmlns:a16="http://schemas.microsoft.com/office/drawing/2014/main" id="{2C4104B6-7653-B741-2689-9FC1E9614A4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88826" y="176882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370" name="Oval 369">
              <a:extLst>
                <a:ext uri="{FF2B5EF4-FFF2-40B4-BE49-F238E27FC236}">
                  <a16:creationId xmlns:a16="http://schemas.microsoft.com/office/drawing/2014/main" id="{971B08F0-3DBB-79AC-917D-BD2EB1F98A3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84377" y="184657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1" name="Oval 370">
              <a:extLst>
                <a:ext uri="{FF2B5EF4-FFF2-40B4-BE49-F238E27FC236}">
                  <a16:creationId xmlns:a16="http://schemas.microsoft.com/office/drawing/2014/main" id="{4B1E6693-E96D-6A78-6EAC-7D7BE7FDD73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36060" y="168357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2" name="Oval 371">
              <a:extLst>
                <a:ext uri="{FF2B5EF4-FFF2-40B4-BE49-F238E27FC236}">
                  <a16:creationId xmlns:a16="http://schemas.microsoft.com/office/drawing/2014/main" id="{A1C3707C-C254-CAB1-D271-74BDD0D0096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00671" y="162688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3" name="Oval 372">
              <a:extLst>
                <a:ext uri="{FF2B5EF4-FFF2-40B4-BE49-F238E27FC236}">
                  <a16:creationId xmlns:a16="http://schemas.microsoft.com/office/drawing/2014/main" id="{072074AB-74CB-25B0-B5C2-9454B75AEB7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21737" y="19103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4" name="Oval 373">
              <a:extLst>
                <a:ext uri="{FF2B5EF4-FFF2-40B4-BE49-F238E27FC236}">
                  <a16:creationId xmlns:a16="http://schemas.microsoft.com/office/drawing/2014/main" id="{E3D83CAE-92A0-643B-B68C-FBE6CA5B596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83071" y="198317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5" name="Oval 374">
              <a:extLst>
                <a:ext uri="{FF2B5EF4-FFF2-40B4-BE49-F238E27FC236}">
                  <a16:creationId xmlns:a16="http://schemas.microsoft.com/office/drawing/2014/main" id="{169C097C-AB4E-5050-24FC-60006998E5E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479360" y="19741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6" name="Oval 375">
              <a:extLst>
                <a:ext uri="{FF2B5EF4-FFF2-40B4-BE49-F238E27FC236}">
                  <a16:creationId xmlns:a16="http://schemas.microsoft.com/office/drawing/2014/main" id="{72188A0F-AE5C-7EDC-D6D9-E8768308F1C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91229" y="208726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7" name="Oval 376">
              <a:extLst>
                <a:ext uri="{FF2B5EF4-FFF2-40B4-BE49-F238E27FC236}">
                  <a16:creationId xmlns:a16="http://schemas.microsoft.com/office/drawing/2014/main" id="{D5AA57ED-739C-D244-8E1E-414AD0BBCCE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59329" y="22111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8" name="Oval 377">
              <a:extLst>
                <a:ext uri="{FF2B5EF4-FFF2-40B4-BE49-F238E27FC236}">
                  <a16:creationId xmlns:a16="http://schemas.microsoft.com/office/drawing/2014/main" id="{8CEF5174-50CC-FCEC-DFEC-E5F4EA6121E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98136" y="235557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9" name="Oval 378">
              <a:extLst>
                <a:ext uri="{FF2B5EF4-FFF2-40B4-BE49-F238E27FC236}">
                  <a16:creationId xmlns:a16="http://schemas.microsoft.com/office/drawing/2014/main" id="{346D15A1-EB9C-A5B8-9DE9-C2915D6A20A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487050" y="208490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80" name="Oval 379">
              <a:extLst>
                <a:ext uri="{FF2B5EF4-FFF2-40B4-BE49-F238E27FC236}">
                  <a16:creationId xmlns:a16="http://schemas.microsoft.com/office/drawing/2014/main" id="{5FAAA469-FF5B-330B-6C43-8907F736C48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51077" y="169833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81" name="Oval 380">
              <a:extLst>
                <a:ext uri="{FF2B5EF4-FFF2-40B4-BE49-F238E27FC236}">
                  <a16:creationId xmlns:a16="http://schemas.microsoft.com/office/drawing/2014/main" id="{51E806AA-A1B1-AB8E-122B-B6F892FDAA6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22195" y="229497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82" name="Oval 381">
              <a:extLst>
                <a:ext uri="{FF2B5EF4-FFF2-40B4-BE49-F238E27FC236}">
                  <a16:creationId xmlns:a16="http://schemas.microsoft.com/office/drawing/2014/main" id="{27E858FA-A7F7-A7A8-C958-A6057E68A00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60981" y="245981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83" name="Oval 382">
              <a:extLst>
                <a:ext uri="{FF2B5EF4-FFF2-40B4-BE49-F238E27FC236}">
                  <a16:creationId xmlns:a16="http://schemas.microsoft.com/office/drawing/2014/main" id="{261E9747-BA3B-F1A8-153F-AE7301089FA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72692" y="26136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4" name="Rectangle 363">
              <a:extLst>
                <a:ext uri="{FF2B5EF4-FFF2-40B4-BE49-F238E27FC236}">
                  <a16:creationId xmlns:a16="http://schemas.microsoft.com/office/drawing/2014/main" id="{923493D0-6EAE-843E-0739-829184B7B1F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59257" y="1938191"/>
              <a:ext cx="632743" cy="4919810"/>
            </a:xfrm>
            <a:prstGeom prst="rect">
              <a:avLst/>
            </a:prstGeom>
            <a:gradFill>
              <a:gsLst>
                <a:gs pos="0">
                  <a:schemeClr val="bg1">
                    <a:lumMod val="95000"/>
                    <a:alpha val="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cxnSp>
        <p:nvCxnSpPr>
          <p:cNvPr id="385" name="Straight Connector 384">
            <a:extLst>
              <a:ext uri="{FF2B5EF4-FFF2-40B4-BE49-F238E27FC236}">
                <a16:creationId xmlns:a16="http://schemas.microsoft.com/office/drawing/2014/main" id="{F4FD9E37-FE47-AAD8-FD53-342B89A6D84C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6200" y="733425"/>
            <a:ext cx="1048702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6" name="TextBox 385">
            <a:extLst>
              <a:ext uri="{FF2B5EF4-FFF2-40B4-BE49-F238E27FC236}">
                <a16:creationId xmlns:a16="http://schemas.microsoft.com/office/drawing/2014/main" id="{702DAD02-DFC3-C646-2000-EB611EF43A0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981575" y="6628626"/>
            <a:ext cx="6057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Aakash Nandy ▪ Engineering Science - Aerospace</a:t>
            </a:r>
          </a:p>
        </p:txBody>
      </p:sp>
      <p:sp>
        <p:nvSpPr>
          <p:cNvPr id="393" name="Title 1">
            <a:extLst>
              <a:ext uri="{FF2B5EF4-FFF2-40B4-BE49-F238E27FC236}">
                <a16:creationId xmlns:a16="http://schemas.microsoft.com/office/drawing/2014/main" id="{0DD19EED-519D-5847-363A-B2C754AC0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75" y="0"/>
            <a:ext cx="10382250" cy="876299"/>
          </a:xfrm>
        </p:spPr>
        <p:txBody>
          <a:bodyPr>
            <a:normAutofit/>
          </a:bodyPr>
          <a:lstStyle/>
          <a:p>
            <a:r>
              <a:rPr lang="en-CA" sz="3200" b="1" dirty="0"/>
              <a:t>Example Pipeline Run: “High-fidelity” Simulation 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B802F6-B231-74EB-0956-47F99252A0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6" y="3633732"/>
            <a:ext cx="3260594" cy="2631038"/>
          </a:xfrm>
          <a:prstGeom prst="rect">
            <a:avLst/>
          </a:prstGeom>
          <a:ln w="28575">
            <a:solidFill>
              <a:srgbClr val="FBB900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380636-CEB3-C446-527D-02A39D8915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84"/>
          <a:stretch>
            <a:fillRect/>
          </a:stretch>
        </p:blipFill>
        <p:spPr>
          <a:xfrm>
            <a:off x="3561065" y="878891"/>
            <a:ext cx="3914095" cy="2628504"/>
          </a:xfrm>
          <a:prstGeom prst="rect">
            <a:avLst/>
          </a:prstGeom>
          <a:ln w="28575">
            <a:solidFill>
              <a:srgbClr val="FBB900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F1A3BF7-B3E1-0065-4FF3-F7CE3F15D4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1066" y="3633732"/>
            <a:ext cx="3914095" cy="2628503"/>
          </a:xfrm>
          <a:prstGeom prst="rect">
            <a:avLst/>
          </a:prstGeom>
          <a:ln w="28575">
            <a:solidFill>
              <a:srgbClr val="FBB900"/>
            </a:solidFill>
          </a:ln>
        </p:spPr>
      </p:pic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338A2E93-E774-F5FE-4286-B6F31D81E6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6747826"/>
              </p:ext>
            </p:extLst>
          </p:nvPr>
        </p:nvGraphicFramePr>
        <p:xfrm>
          <a:off x="180975" y="876299"/>
          <a:ext cx="3260595" cy="2628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2899">
                  <a:extLst>
                    <a:ext uri="{9D8B030D-6E8A-4147-A177-3AD203B41FA5}">
                      <a16:colId xmlns:a16="http://schemas.microsoft.com/office/drawing/2014/main" val="3184580900"/>
                    </a:ext>
                  </a:extLst>
                </a:gridCol>
                <a:gridCol w="1627696">
                  <a:extLst>
                    <a:ext uri="{9D8B030D-6E8A-4147-A177-3AD203B41FA5}">
                      <a16:colId xmlns:a16="http://schemas.microsoft.com/office/drawing/2014/main" val="2323749423"/>
                    </a:ext>
                  </a:extLst>
                </a:gridCol>
              </a:tblGrid>
              <a:tr h="657125"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rgbClr val="000000"/>
                          </a:solidFill>
                        </a:rPr>
                        <a:t>Expression</a:t>
                      </a:r>
                    </a:p>
                  </a:txBody>
                  <a:tcPr anchor="ctr">
                    <a:solidFill>
                      <a:srgbClr val="FBB9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rgbClr val="000000"/>
                          </a:solidFill>
                        </a:rPr>
                        <a:t>Value</a:t>
                      </a:r>
                    </a:p>
                  </a:txBody>
                  <a:tcPr anchor="ctr">
                    <a:solidFill>
                      <a:srgbClr val="FBB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827730"/>
                  </a:ext>
                </a:extLst>
              </a:tr>
              <a:tr h="657125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Pressure Rise</a:t>
                      </a:r>
                    </a:p>
                  </a:txBody>
                  <a:tcPr anchor="ctr">
                    <a:solidFill>
                      <a:srgbClr val="FFD6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106.219 bar</a:t>
                      </a:r>
                    </a:p>
                  </a:txBody>
                  <a:tcPr anchor="ctr">
                    <a:solidFill>
                      <a:srgbClr val="FFD6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8542542"/>
                  </a:ext>
                </a:extLst>
              </a:tr>
              <a:tr h="657125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Shaft Torque</a:t>
                      </a:r>
                    </a:p>
                  </a:txBody>
                  <a:tcPr anchor="ctr">
                    <a:solidFill>
                      <a:srgbClr val="FFEE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2.39668 Nm</a:t>
                      </a:r>
                    </a:p>
                  </a:txBody>
                  <a:tcPr anchor="ctr">
                    <a:solidFill>
                      <a:srgbClr val="FFEE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3007049"/>
                  </a:ext>
                </a:extLst>
              </a:tr>
              <a:tr h="657125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Hydraulic Efficiency</a:t>
                      </a:r>
                    </a:p>
                  </a:txBody>
                  <a:tcPr anchor="ctr">
                    <a:solidFill>
                      <a:srgbClr val="FFD6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25.5263 </a:t>
                      </a:r>
                      <a:r>
                        <a:rPr lang="en-CA" dirty="0"/>
                        <a:t>%</a:t>
                      </a:r>
                    </a:p>
                  </a:txBody>
                  <a:tcPr anchor="ctr">
                    <a:solidFill>
                      <a:srgbClr val="FFD6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469537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2F22A00B-94D8-74A7-C14A-D3C12072A80A}"/>
              </a:ext>
            </a:extLst>
          </p:cNvPr>
          <p:cNvSpPr txBox="1"/>
          <p:nvPr/>
        </p:nvSpPr>
        <p:spPr>
          <a:xfrm>
            <a:off x="7594654" y="876299"/>
            <a:ext cx="3444821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Results are very off from 1D simulation but that makes sense due to the missing volute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CA" dirty="0"/>
              <a:t>Higher pressure rise because of no expansion through volute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CA" dirty="0"/>
              <a:t>Low outlet flow rate because of no volute which leads to low hydraulic power which leads to low hydraulic efficiency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Pressure and velocity change through inducer and impeller look good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Chosen expression values were properly exported to the Workbench Parameter Set for optimization with </a:t>
            </a:r>
            <a:r>
              <a:rPr lang="en-CA" dirty="0" err="1"/>
              <a:t>optiSlang</a:t>
            </a:r>
            <a:endParaRPr lang="en-CA" dirty="0"/>
          </a:p>
          <a:p>
            <a:endParaRPr lang="en-CA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A6CAA8E-63AB-F95F-A793-69B8E6837A41}"/>
              </a:ext>
            </a:extLst>
          </p:cNvPr>
          <p:cNvSpPr/>
          <p:nvPr/>
        </p:nvSpPr>
        <p:spPr>
          <a:xfrm>
            <a:off x="180975" y="876299"/>
            <a:ext cx="3260595" cy="2628502"/>
          </a:xfrm>
          <a:prstGeom prst="rect">
            <a:avLst/>
          </a:prstGeom>
          <a:noFill/>
          <a:ln w="381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n>
                <a:solidFill>
                  <a:sysClr val="windowText" lastClr="00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8373502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C16BD2-CE52-23C3-9530-B53CF03BF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2" name="Group 391">
            <a:extLst>
              <a:ext uri="{FF2B5EF4-FFF2-40B4-BE49-F238E27FC236}">
                <a16:creationId xmlns:a16="http://schemas.microsoft.com/office/drawing/2014/main" id="{A8AD3B7D-AEE7-F735-2955-67CC1D41257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0770010" y="-117399"/>
            <a:ext cx="1453570" cy="6975400"/>
            <a:chOff x="10770010" y="-117399"/>
            <a:chExt cx="1453570" cy="6975400"/>
          </a:xfrm>
        </p:grpSpPr>
        <p:sp>
          <p:nvSpPr>
            <p:cNvPr id="365" name="Oval 364">
              <a:extLst>
                <a:ext uri="{FF2B5EF4-FFF2-40B4-BE49-F238E27FC236}">
                  <a16:creationId xmlns:a16="http://schemas.microsoft.com/office/drawing/2014/main" id="{D98A9D2E-A8B7-4531-AB76-E2FBF0522C9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38907" y="295017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726B654-1AFD-AE9B-B4D9-9289586BA53F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866728">
              <a:off x="10770010" y="-117399"/>
              <a:ext cx="1163816" cy="2147195"/>
            </a:xfrm>
            <a:prstGeom prst="rect">
              <a:avLst/>
            </a:prstGeom>
          </p:spPr>
        </p:pic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FDF301EE-E660-C7A6-3B21-A697B83AB37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87200" y="178860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78627B7B-2F61-1222-09BE-49AEE13C33A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32167" y="18563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E8680147-3297-2D6D-5108-806C53181B8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23200" y="18923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CAFD9BD2-16E1-C9D6-6084-7FCE26E6249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41134" y="18743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4AC8B94A-8DAB-904E-6653-C25C76796C9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14167" y="19564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43115A80-F77E-91F8-8C58-D6620692928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87552" y="182492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4BB66497-CCAA-8D9B-F233-132B21C18DB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98619" y="19564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C87F3599-C8E3-4FB4-0C49-16DF6883C6F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23552" y="19381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CD7802AC-C0E9-1BBD-BF7E-56F3BCA6F4E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29715" y="199882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02C1ECB7-A9AF-628B-22CF-28B2BE1328F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64671" y="205145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8FD70639-6A9D-CC22-A6B9-31E131303F4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82671" y="18743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3530AC5F-B2F4-E6E3-F42D-C4FB136A942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27950" y="206690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68F2E266-70A6-271A-6EDC-467DECB4D27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47657" y="198082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9555E58D-D156-8DDF-995E-86C95B8B71B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91590" y="206690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C6852C5E-A698-6EF6-A688-ADD7856791E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69552" y="210290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51CB6B6A-F082-85A6-EB38-2D91401138D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77134" y="215932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E0293818-4A15-AFDA-81F0-519D358E869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26620" y="227931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E2E994E7-443E-2406-2452-FCD522C6B54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41200" y="240581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490CA33B-AAD5-7097-9DA4-9F9EBD356FA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89232" y="234549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C8CFEEC7-B0FD-18A1-43A8-FA925CAD639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87200" y="21751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1F227ABF-931A-1FFA-2725-E8520F4D0BE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23552" y="22185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43636228-E9FF-77AB-0F6E-D23B4CCB2F3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17934" y="215032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397E0C3E-CAB7-ED2E-3547-A86E34A9AD7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90103" y="226974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349200CC-AEB4-4D7D-8046-8DBEE885DDB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80619" y="21931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95226D4A-0303-3CD0-D4BF-35A01C96BF3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11657" y="227931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F58A7AB6-A422-0974-8286-3A62C40DDDF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41552" y="236092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1A157241-1736-F19C-9360-A7FEE47E884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26103" y="239692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60DC14C2-1359-629F-832B-31EB8B912A4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33077" y="244181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AD29D52E-5C12-C06C-4B7A-50F75508C57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52858" y="247973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A934583A-E072-4773-001F-1A0854D0C61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83995" y="254699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5386FB05-239C-BFF2-C0EA-8BC7280E41F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43301" y="25543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E4438212-84C7-3CA8-3478-532B97E8D16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47795" y="26676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8354CF35-A865-A9FD-EACF-B8420402379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65995" y="268861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730B072F-5FDA-D5A8-A91F-A0E0D28880E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98213" y="26856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1940A59A-D368-59D4-BE85-B4CE282C9DD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45351" y="26496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0E422EF7-24D9-0AA1-3AC4-005DF81ED89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48825" y="252062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4C23176C-D56D-F122-64CD-AF7CC9E14F5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26132" y="272795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5B914407-3B49-70BF-090D-30CCD0DB6C5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50147" y="292445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CD5B6105-D64B-EDD2-C743-0B3219943A7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71085" y="295017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70F015AF-60FA-3C7A-88C6-BD2CCCB25F9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19995" y="281792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EEED81E3-447F-00A2-113C-31E18C483C2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00671" y="286342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94D8D0D1-3D8B-1589-F226-3C036669FC5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72103" y="277249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131AA83F-9396-82B9-94B7-F8C73C6E563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14112" y="31265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4CA10BE0-6A9B-D20A-3C65-D256E8C8B1F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62144" y="306626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7B5A561A-8E77-06CE-B83E-94380408F5D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14464" y="308169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5664A72D-E421-E210-AEB6-21E59FE417A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99015" y="311769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DA591E31-BB62-1229-E032-33AC85944DD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05989" y="31625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6585FCF6-9777-C8E0-A1E3-636FD16CFAC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25770" y="320050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3C7C3E27-928F-C539-7A7A-B645F05EDD6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56907" y="326777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A02EB5F6-5317-DB26-A4D4-CB091446658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16213" y="327510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56A7E36A-11DC-CEDE-EF7A-E9FC4B756DB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20707" y="338846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54DAB589-1A35-D632-D69A-14428E9FF12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38907" y="340938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4D85A002-585D-F129-C2E2-9780EC4BE16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71125" y="340646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F5FEBAFD-E160-A329-F45B-096687AB3A2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18263" y="337046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97728266-C459-2885-CE7C-15ABB8061CE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21737" y="324140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67136D1F-E99A-9D3B-0673-47DA9C3B715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9008305">
              <a:off x="11616136" y="346581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C24DA964-AA9D-1F51-B9D0-4B0355D1961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23059" y="364522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2899A289-30B0-A6A0-6389-9AFA8347B4C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43997" y="367094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5382C905-AECE-A76F-F915-EAD30A21BA6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92907" y="353870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926AE09E-75AC-30ED-5C5F-12BC8943BE6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73583" y="358420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A065AFD8-00BC-7148-BF1E-197AF515FA5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45015" y="349327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6DAEEDD9-DBB2-72A7-AC06-E431ACE659E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15047" y="39382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31634868-F146-C30C-C16E-9980622354E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63079" y="387797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4D9D7C6F-2D3C-7197-D171-954367B2758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15399" y="389340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AB18B96C-5E33-515C-2257-82E845CF809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99950" y="392940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3EABDEE9-B67B-6D32-2070-4766CCB9069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26705" y="401221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2FFA6DAF-BE79-A6E8-4A44-4B5254226E5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57842" y="407947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187B47D1-C5BC-C6F4-62F4-172707AF7EC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17148" y="408681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1" name="Oval 220">
              <a:extLst>
                <a:ext uri="{FF2B5EF4-FFF2-40B4-BE49-F238E27FC236}">
                  <a16:creationId xmlns:a16="http://schemas.microsoft.com/office/drawing/2014/main" id="{69B92DB4-8732-DE5F-4F1A-E9332DC141F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39842" y="422109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3" name="Oval 222">
              <a:extLst>
                <a:ext uri="{FF2B5EF4-FFF2-40B4-BE49-F238E27FC236}">
                  <a16:creationId xmlns:a16="http://schemas.microsoft.com/office/drawing/2014/main" id="{E4E4439E-4524-D2A9-1A89-916D005B720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72060" y="421816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5" name="Oval 224">
              <a:extLst>
                <a:ext uri="{FF2B5EF4-FFF2-40B4-BE49-F238E27FC236}">
                  <a16:creationId xmlns:a16="http://schemas.microsoft.com/office/drawing/2014/main" id="{26C27354-E654-D2F8-ADB4-9F6AC123320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19198" y="418216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7" name="Oval 226">
              <a:extLst>
                <a:ext uri="{FF2B5EF4-FFF2-40B4-BE49-F238E27FC236}">
                  <a16:creationId xmlns:a16="http://schemas.microsoft.com/office/drawing/2014/main" id="{91F7A123-391A-A800-66ED-8C578A0E31F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22672" y="405310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9" name="Oval 228">
              <a:extLst>
                <a:ext uri="{FF2B5EF4-FFF2-40B4-BE49-F238E27FC236}">
                  <a16:creationId xmlns:a16="http://schemas.microsoft.com/office/drawing/2014/main" id="{340AA316-73FD-00BC-9131-453CA5AB7A7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82887" y="426897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31" name="Oval 230">
              <a:extLst>
                <a:ext uri="{FF2B5EF4-FFF2-40B4-BE49-F238E27FC236}">
                  <a16:creationId xmlns:a16="http://schemas.microsoft.com/office/drawing/2014/main" id="{28347611-6582-38ED-AAD8-BC33A994591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23994" y="445692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33" name="Oval 232">
              <a:extLst>
                <a:ext uri="{FF2B5EF4-FFF2-40B4-BE49-F238E27FC236}">
                  <a16:creationId xmlns:a16="http://schemas.microsoft.com/office/drawing/2014/main" id="{16CD0ABD-1B01-D4B3-D8A7-A8D4E727A63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44932" y="448265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35" name="Oval 234">
              <a:extLst>
                <a:ext uri="{FF2B5EF4-FFF2-40B4-BE49-F238E27FC236}">
                  <a16:creationId xmlns:a16="http://schemas.microsoft.com/office/drawing/2014/main" id="{CF47BB37-42F1-AA4B-129C-D174B89CCD2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93842" y="435040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37" name="Oval 236">
              <a:extLst>
                <a:ext uri="{FF2B5EF4-FFF2-40B4-BE49-F238E27FC236}">
                  <a16:creationId xmlns:a16="http://schemas.microsoft.com/office/drawing/2014/main" id="{495720A4-3C41-EDC0-6B06-33B426C399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57426" y="437026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39" name="Oval 238">
              <a:extLst>
                <a:ext uri="{FF2B5EF4-FFF2-40B4-BE49-F238E27FC236}">
                  <a16:creationId xmlns:a16="http://schemas.microsoft.com/office/drawing/2014/main" id="{E997FEE4-6AEB-40EE-36DB-AB3BBAB655A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45950" y="430497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0" name="Oval 239">
              <a:extLst>
                <a:ext uri="{FF2B5EF4-FFF2-40B4-BE49-F238E27FC236}">
                  <a16:creationId xmlns:a16="http://schemas.microsoft.com/office/drawing/2014/main" id="{C9BF7743-83F7-A975-F43C-AF4963A056A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63950" y="37916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1" name="Oval 240">
              <a:extLst>
                <a:ext uri="{FF2B5EF4-FFF2-40B4-BE49-F238E27FC236}">
                  <a16:creationId xmlns:a16="http://schemas.microsoft.com/office/drawing/2014/main" id="{D82C33BF-4202-DC19-E9E8-1B45C1400F6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47375" y="37559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2" name="Oval 241">
              <a:extLst>
                <a:ext uri="{FF2B5EF4-FFF2-40B4-BE49-F238E27FC236}">
                  <a16:creationId xmlns:a16="http://schemas.microsoft.com/office/drawing/2014/main" id="{BF88722F-792A-059D-AB54-E35DDCCBD15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38887" y="290913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3" name="Oval 242">
              <a:extLst>
                <a:ext uri="{FF2B5EF4-FFF2-40B4-BE49-F238E27FC236}">
                  <a16:creationId xmlns:a16="http://schemas.microsoft.com/office/drawing/2014/main" id="{9ACFFC71-AF8C-C4D7-B836-7DFCC2AC720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25805" y="37359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4" name="Oval 243">
              <a:extLst>
                <a:ext uri="{FF2B5EF4-FFF2-40B4-BE49-F238E27FC236}">
                  <a16:creationId xmlns:a16="http://schemas.microsoft.com/office/drawing/2014/main" id="{0069EE17-F71F-DC0D-8FCE-1A86187B021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14464" y="380247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6" name="Oval 245">
              <a:extLst>
                <a:ext uri="{FF2B5EF4-FFF2-40B4-BE49-F238E27FC236}">
                  <a16:creationId xmlns:a16="http://schemas.microsoft.com/office/drawing/2014/main" id="{B1049DEC-CF90-2FF3-14CD-237E5155E65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19374" y="463455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8" name="Oval 247">
              <a:extLst>
                <a:ext uri="{FF2B5EF4-FFF2-40B4-BE49-F238E27FC236}">
                  <a16:creationId xmlns:a16="http://schemas.microsoft.com/office/drawing/2014/main" id="{BEFD814A-171A-ACFD-0523-9F4AEFE70BB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67406" y="457423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50" name="Oval 249">
              <a:extLst>
                <a:ext uri="{FF2B5EF4-FFF2-40B4-BE49-F238E27FC236}">
                  <a16:creationId xmlns:a16="http://schemas.microsoft.com/office/drawing/2014/main" id="{40736869-1A8F-1355-3FE7-8CE96E0B9A4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19726" y="458966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52" name="Oval 251">
              <a:extLst>
                <a:ext uri="{FF2B5EF4-FFF2-40B4-BE49-F238E27FC236}">
                  <a16:creationId xmlns:a16="http://schemas.microsoft.com/office/drawing/2014/main" id="{4AAA4777-4DC7-A99A-C3F3-64D379582A6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04277" y="462566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56" name="Oval 255">
              <a:extLst>
                <a:ext uri="{FF2B5EF4-FFF2-40B4-BE49-F238E27FC236}">
                  <a16:creationId xmlns:a16="http://schemas.microsoft.com/office/drawing/2014/main" id="{ABD79BDA-FB44-B7D8-1C63-C2765B9C391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31032" y="470847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58" name="Oval 257">
              <a:extLst>
                <a:ext uri="{FF2B5EF4-FFF2-40B4-BE49-F238E27FC236}">
                  <a16:creationId xmlns:a16="http://schemas.microsoft.com/office/drawing/2014/main" id="{C81EB8A1-6B08-0529-94ED-08A267B7DE8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62169" y="477574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60" name="Oval 259">
              <a:extLst>
                <a:ext uri="{FF2B5EF4-FFF2-40B4-BE49-F238E27FC236}">
                  <a16:creationId xmlns:a16="http://schemas.microsoft.com/office/drawing/2014/main" id="{7922E42A-E645-9C82-43F8-68EBF9BBCC9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21475" y="478307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64" name="Oval 263">
              <a:extLst>
                <a:ext uri="{FF2B5EF4-FFF2-40B4-BE49-F238E27FC236}">
                  <a16:creationId xmlns:a16="http://schemas.microsoft.com/office/drawing/2014/main" id="{48F15310-432C-ED96-A4A2-43BAB62480D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44169" y="491735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66" name="Oval 265">
              <a:extLst>
                <a:ext uri="{FF2B5EF4-FFF2-40B4-BE49-F238E27FC236}">
                  <a16:creationId xmlns:a16="http://schemas.microsoft.com/office/drawing/2014/main" id="{A2E22B0A-FDC6-12AA-C70E-BDB89A5B7AB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76387" y="491443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68" name="Oval 267">
              <a:extLst>
                <a:ext uri="{FF2B5EF4-FFF2-40B4-BE49-F238E27FC236}">
                  <a16:creationId xmlns:a16="http://schemas.microsoft.com/office/drawing/2014/main" id="{F62E22C6-8B68-10B2-C6C9-5AC19690BA0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23525" y="487843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70" name="Oval 269">
              <a:extLst>
                <a:ext uri="{FF2B5EF4-FFF2-40B4-BE49-F238E27FC236}">
                  <a16:creationId xmlns:a16="http://schemas.microsoft.com/office/drawing/2014/main" id="{D1206D62-81A9-98CE-4728-823745D1882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26999" y="474937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72" name="Oval 271">
              <a:extLst>
                <a:ext uri="{FF2B5EF4-FFF2-40B4-BE49-F238E27FC236}">
                  <a16:creationId xmlns:a16="http://schemas.microsoft.com/office/drawing/2014/main" id="{83C0C434-102A-C371-C5CE-3A7BB272288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87214" y="496524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74" name="Oval 273">
              <a:extLst>
                <a:ext uri="{FF2B5EF4-FFF2-40B4-BE49-F238E27FC236}">
                  <a16:creationId xmlns:a16="http://schemas.microsoft.com/office/drawing/2014/main" id="{D272F5BE-BD35-847C-B037-16194B29960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28321" y="515319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76" name="Oval 275">
              <a:extLst>
                <a:ext uri="{FF2B5EF4-FFF2-40B4-BE49-F238E27FC236}">
                  <a16:creationId xmlns:a16="http://schemas.microsoft.com/office/drawing/2014/main" id="{A22F77E2-645A-3F06-1988-58DC14D2EFF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49259" y="517892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78" name="Oval 277">
              <a:extLst>
                <a:ext uri="{FF2B5EF4-FFF2-40B4-BE49-F238E27FC236}">
                  <a16:creationId xmlns:a16="http://schemas.microsoft.com/office/drawing/2014/main" id="{928792BA-0125-95F4-3379-3C7AA6F45BA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98169" y="504667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80" name="Oval 279">
              <a:extLst>
                <a:ext uri="{FF2B5EF4-FFF2-40B4-BE49-F238E27FC236}">
                  <a16:creationId xmlns:a16="http://schemas.microsoft.com/office/drawing/2014/main" id="{E29AAF55-A042-66F4-D344-90B8542172A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78845" y="509217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82" name="Oval 281">
              <a:extLst>
                <a:ext uri="{FF2B5EF4-FFF2-40B4-BE49-F238E27FC236}">
                  <a16:creationId xmlns:a16="http://schemas.microsoft.com/office/drawing/2014/main" id="{7661A57E-3CE3-C519-7483-9C6AFA0B08E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50277" y="500124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84" name="Oval 283">
              <a:extLst>
                <a:ext uri="{FF2B5EF4-FFF2-40B4-BE49-F238E27FC236}">
                  <a16:creationId xmlns:a16="http://schemas.microsoft.com/office/drawing/2014/main" id="{02E8B39F-8F18-0505-0429-995B1AE923F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75667" y="535204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86" name="Oval 285">
              <a:extLst>
                <a:ext uri="{FF2B5EF4-FFF2-40B4-BE49-F238E27FC236}">
                  <a16:creationId xmlns:a16="http://schemas.microsoft.com/office/drawing/2014/main" id="{E5C4FE04-D608-C531-BDB9-16192564BF9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23699" y="529172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88" name="Oval 287">
              <a:extLst>
                <a:ext uri="{FF2B5EF4-FFF2-40B4-BE49-F238E27FC236}">
                  <a16:creationId xmlns:a16="http://schemas.microsoft.com/office/drawing/2014/main" id="{6411ACBA-5CF4-AB93-ADA3-C237469B9D4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76019" y="530715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90" name="Oval 289">
              <a:extLst>
                <a:ext uri="{FF2B5EF4-FFF2-40B4-BE49-F238E27FC236}">
                  <a16:creationId xmlns:a16="http://schemas.microsoft.com/office/drawing/2014/main" id="{CF19E147-A35E-7F22-648B-9E18B5FB5A7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60570" y="534315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92" name="Oval 291">
              <a:extLst>
                <a:ext uri="{FF2B5EF4-FFF2-40B4-BE49-F238E27FC236}">
                  <a16:creationId xmlns:a16="http://schemas.microsoft.com/office/drawing/2014/main" id="{74816654-B5E2-FD2D-DF02-8F04CBE5536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67544" y="538804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94" name="Oval 293">
              <a:extLst>
                <a:ext uri="{FF2B5EF4-FFF2-40B4-BE49-F238E27FC236}">
                  <a16:creationId xmlns:a16="http://schemas.microsoft.com/office/drawing/2014/main" id="{6ECDB629-F63D-E3A5-7C4C-0812F784347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87325" y="542596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96" name="Oval 295">
              <a:extLst>
                <a:ext uri="{FF2B5EF4-FFF2-40B4-BE49-F238E27FC236}">
                  <a16:creationId xmlns:a16="http://schemas.microsoft.com/office/drawing/2014/main" id="{F4497585-7303-4AF4-B5A4-4226D86B10D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18462" y="549322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98" name="Oval 297">
              <a:extLst>
                <a:ext uri="{FF2B5EF4-FFF2-40B4-BE49-F238E27FC236}">
                  <a16:creationId xmlns:a16="http://schemas.microsoft.com/office/drawing/2014/main" id="{D258D501-A9EB-C4E0-C1A0-22D9993004E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77768" y="550056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00" name="Oval 299">
              <a:extLst>
                <a:ext uri="{FF2B5EF4-FFF2-40B4-BE49-F238E27FC236}">
                  <a16:creationId xmlns:a16="http://schemas.microsoft.com/office/drawing/2014/main" id="{9F8BDA24-E8CF-2D0D-A416-CFFC233BC5B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82262" y="561391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02" name="Oval 301">
              <a:extLst>
                <a:ext uri="{FF2B5EF4-FFF2-40B4-BE49-F238E27FC236}">
                  <a16:creationId xmlns:a16="http://schemas.microsoft.com/office/drawing/2014/main" id="{4CD9EAF0-F9DB-76E1-34DF-3BBC58957DD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00462" y="563484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04" name="Oval 303">
              <a:extLst>
                <a:ext uri="{FF2B5EF4-FFF2-40B4-BE49-F238E27FC236}">
                  <a16:creationId xmlns:a16="http://schemas.microsoft.com/office/drawing/2014/main" id="{C1D9EF0F-DCB6-114B-D150-5C6BEEDAB5F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32680" y="563191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06" name="Oval 305">
              <a:extLst>
                <a:ext uri="{FF2B5EF4-FFF2-40B4-BE49-F238E27FC236}">
                  <a16:creationId xmlns:a16="http://schemas.microsoft.com/office/drawing/2014/main" id="{274556F1-4D12-3F0C-9EBB-15C5955FECE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79818" y="559591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08" name="Oval 307">
              <a:extLst>
                <a:ext uri="{FF2B5EF4-FFF2-40B4-BE49-F238E27FC236}">
                  <a16:creationId xmlns:a16="http://schemas.microsoft.com/office/drawing/2014/main" id="{DDB57921-C803-B28A-06A9-939B0DD44D1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83292" y="546685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0" name="Oval 309">
              <a:extLst>
                <a:ext uri="{FF2B5EF4-FFF2-40B4-BE49-F238E27FC236}">
                  <a16:creationId xmlns:a16="http://schemas.microsoft.com/office/drawing/2014/main" id="{B21E9AA6-26A2-39AB-4ED0-D2BBAD2BDA9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04733" y="575109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2" name="Oval 311">
              <a:extLst>
                <a:ext uri="{FF2B5EF4-FFF2-40B4-BE49-F238E27FC236}">
                  <a16:creationId xmlns:a16="http://schemas.microsoft.com/office/drawing/2014/main" id="{AF3DC501-88F8-4678-229C-D71E16A9983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84614" y="587068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4" name="Oval 313">
              <a:extLst>
                <a:ext uri="{FF2B5EF4-FFF2-40B4-BE49-F238E27FC236}">
                  <a16:creationId xmlns:a16="http://schemas.microsoft.com/office/drawing/2014/main" id="{3722D894-C6E0-B90F-0EFE-DE410FDAE6B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05552" y="589640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6" name="Oval 315">
              <a:extLst>
                <a:ext uri="{FF2B5EF4-FFF2-40B4-BE49-F238E27FC236}">
                  <a16:creationId xmlns:a16="http://schemas.microsoft.com/office/drawing/2014/main" id="{8EA53C5E-762B-869B-3595-D9DB7BCDC4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54462" y="576415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8" name="Oval 317">
              <a:extLst>
                <a:ext uri="{FF2B5EF4-FFF2-40B4-BE49-F238E27FC236}">
                  <a16:creationId xmlns:a16="http://schemas.microsoft.com/office/drawing/2014/main" id="{17A82CEB-9834-2A9F-FA4A-F92202454AB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35138" y="580965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20" name="Oval 319">
              <a:extLst>
                <a:ext uri="{FF2B5EF4-FFF2-40B4-BE49-F238E27FC236}">
                  <a16:creationId xmlns:a16="http://schemas.microsoft.com/office/drawing/2014/main" id="{23EF936C-4051-DE38-3650-6C06792E0AA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06570" y="571872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22" name="Oval 321">
              <a:extLst>
                <a:ext uri="{FF2B5EF4-FFF2-40B4-BE49-F238E27FC236}">
                  <a16:creationId xmlns:a16="http://schemas.microsoft.com/office/drawing/2014/main" id="{9A3DDDFA-94FE-0DB2-D098-D32FDCB8901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80985" y="611995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24" name="Oval 323">
              <a:extLst>
                <a:ext uri="{FF2B5EF4-FFF2-40B4-BE49-F238E27FC236}">
                  <a16:creationId xmlns:a16="http://schemas.microsoft.com/office/drawing/2014/main" id="{24F40F2A-3D81-1F37-B2F3-22CD482EED6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29017" y="605963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26" name="Oval 325">
              <a:extLst>
                <a:ext uri="{FF2B5EF4-FFF2-40B4-BE49-F238E27FC236}">
                  <a16:creationId xmlns:a16="http://schemas.microsoft.com/office/drawing/2014/main" id="{5304A5DA-F4BB-2F69-C90F-8A796D175D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81337" y="607506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28" name="Oval 327">
              <a:extLst>
                <a:ext uri="{FF2B5EF4-FFF2-40B4-BE49-F238E27FC236}">
                  <a16:creationId xmlns:a16="http://schemas.microsoft.com/office/drawing/2014/main" id="{CBF0437E-74CE-88B3-0F99-06E703C3829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65888" y="611106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30" name="Oval 329">
              <a:extLst>
                <a:ext uri="{FF2B5EF4-FFF2-40B4-BE49-F238E27FC236}">
                  <a16:creationId xmlns:a16="http://schemas.microsoft.com/office/drawing/2014/main" id="{1C58A41E-ECCC-D66D-5986-3C62E7C9A98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72862" y="615595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32" name="Oval 331">
              <a:extLst>
                <a:ext uri="{FF2B5EF4-FFF2-40B4-BE49-F238E27FC236}">
                  <a16:creationId xmlns:a16="http://schemas.microsoft.com/office/drawing/2014/main" id="{098F7DC1-58CD-3565-3ABC-B3D95D98198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92643" y="619387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34" name="Oval 333">
              <a:extLst>
                <a:ext uri="{FF2B5EF4-FFF2-40B4-BE49-F238E27FC236}">
                  <a16:creationId xmlns:a16="http://schemas.microsoft.com/office/drawing/2014/main" id="{13FACDD0-CF7D-5313-B624-8142994BB73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23780" y="626114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36" name="Oval 335">
              <a:extLst>
                <a:ext uri="{FF2B5EF4-FFF2-40B4-BE49-F238E27FC236}">
                  <a16:creationId xmlns:a16="http://schemas.microsoft.com/office/drawing/2014/main" id="{688E0E2D-0948-1EF6-F8F0-B922AB90414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83086" y="626848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38" name="Oval 337">
              <a:extLst>
                <a:ext uri="{FF2B5EF4-FFF2-40B4-BE49-F238E27FC236}">
                  <a16:creationId xmlns:a16="http://schemas.microsoft.com/office/drawing/2014/main" id="{1949E6B0-D180-9693-CCFF-DCD6881404E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87580" y="638183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40" name="Oval 339">
              <a:extLst>
                <a:ext uri="{FF2B5EF4-FFF2-40B4-BE49-F238E27FC236}">
                  <a16:creationId xmlns:a16="http://schemas.microsoft.com/office/drawing/2014/main" id="{51BE3FAA-70F3-E6D8-B910-B970D907E8D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05780" y="640275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42" name="Oval 341">
              <a:extLst>
                <a:ext uri="{FF2B5EF4-FFF2-40B4-BE49-F238E27FC236}">
                  <a16:creationId xmlns:a16="http://schemas.microsoft.com/office/drawing/2014/main" id="{EE1DDACE-6976-209C-7ABF-7FCC7BAE173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37998" y="639983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44" name="Oval 343">
              <a:extLst>
                <a:ext uri="{FF2B5EF4-FFF2-40B4-BE49-F238E27FC236}">
                  <a16:creationId xmlns:a16="http://schemas.microsoft.com/office/drawing/2014/main" id="{8238933F-B07F-3B4A-6B80-33048A391E5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85136" y="636383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46" name="Oval 345">
              <a:extLst>
                <a:ext uri="{FF2B5EF4-FFF2-40B4-BE49-F238E27FC236}">
                  <a16:creationId xmlns:a16="http://schemas.microsoft.com/office/drawing/2014/main" id="{386FF378-D8AB-ECA9-C678-159B34C2BBB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88610" y="623477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48" name="Oval 347">
              <a:extLst>
                <a:ext uri="{FF2B5EF4-FFF2-40B4-BE49-F238E27FC236}">
                  <a16:creationId xmlns:a16="http://schemas.microsoft.com/office/drawing/2014/main" id="{F3EB7949-F0FD-A91A-C108-33986D3A8C3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48825" y="645064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50" name="Oval 349">
              <a:extLst>
                <a:ext uri="{FF2B5EF4-FFF2-40B4-BE49-F238E27FC236}">
                  <a16:creationId xmlns:a16="http://schemas.microsoft.com/office/drawing/2014/main" id="{50035231-4A6E-8D79-8252-F35B5E6287D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89932" y="663859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52" name="Oval 351">
              <a:extLst>
                <a:ext uri="{FF2B5EF4-FFF2-40B4-BE49-F238E27FC236}">
                  <a16:creationId xmlns:a16="http://schemas.microsoft.com/office/drawing/2014/main" id="{90634E93-C5C6-30A2-284E-1DD16826D09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10870" y="666432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54" name="Oval 353">
              <a:extLst>
                <a:ext uri="{FF2B5EF4-FFF2-40B4-BE49-F238E27FC236}">
                  <a16:creationId xmlns:a16="http://schemas.microsoft.com/office/drawing/2014/main" id="{18D54E23-FB55-5B72-8DDA-2F77B37CDEE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59780" y="653207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56" name="Oval 355">
              <a:extLst>
                <a:ext uri="{FF2B5EF4-FFF2-40B4-BE49-F238E27FC236}">
                  <a16:creationId xmlns:a16="http://schemas.microsoft.com/office/drawing/2014/main" id="{5A2ACDE9-CE48-855C-4E99-0F415522065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40456" y="657757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58" name="Oval 357">
              <a:extLst>
                <a:ext uri="{FF2B5EF4-FFF2-40B4-BE49-F238E27FC236}">
                  <a16:creationId xmlns:a16="http://schemas.microsoft.com/office/drawing/2014/main" id="{7FE28789-DF5F-A61B-A88B-A7D29B7EC49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11888" y="648664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59" name="Oval 358">
              <a:extLst>
                <a:ext uri="{FF2B5EF4-FFF2-40B4-BE49-F238E27FC236}">
                  <a16:creationId xmlns:a16="http://schemas.microsoft.com/office/drawing/2014/main" id="{D5C39582-0A61-EFE9-E3C8-0FB8AC86731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74907" y="673972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0" name="Oval 359">
              <a:extLst>
                <a:ext uri="{FF2B5EF4-FFF2-40B4-BE49-F238E27FC236}">
                  <a16:creationId xmlns:a16="http://schemas.microsoft.com/office/drawing/2014/main" id="{51209C17-7B44-B588-9874-521C13F8059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87989" y="674684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1" name="Oval 360">
              <a:extLst>
                <a:ext uri="{FF2B5EF4-FFF2-40B4-BE49-F238E27FC236}">
                  <a16:creationId xmlns:a16="http://schemas.microsoft.com/office/drawing/2014/main" id="{01E2F7B9-4530-1BC7-AE16-34FC5F02D92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03409" y="671978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2" name="Oval 361">
              <a:extLst>
                <a:ext uri="{FF2B5EF4-FFF2-40B4-BE49-F238E27FC236}">
                  <a16:creationId xmlns:a16="http://schemas.microsoft.com/office/drawing/2014/main" id="{63B322DE-E28D-A9FC-D0D3-5B0093DA9F6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14132" y="444884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3" name="Oval 362">
              <a:extLst>
                <a:ext uri="{FF2B5EF4-FFF2-40B4-BE49-F238E27FC236}">
                  <a16:creationId xmlns:a16="http://schemas.microsoft.com/office/drawing/2014/main" id="{149F26EE-5B5A-D52C-E08D-D6B31A1E110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39683" y="30079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6" name="Oval 365">
              <a:extLst>
                <a:ext uri="{FF2B5EF4-FFF2-40B4-BE49-F238E27FC236}">
                  <a16:creationId xmlns:a16="http://schemas.microsoft.com/office/drawing/2014/main" id="{C16474F6-147E-8121-11E8-6FEB53262E4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51552" y="174070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8" name="Oval 367">
              <a:extLst>
                <a:ext uri="{FF2B5EF4-FFF2-40B4-BE49-F238E27FC236}">
                  <a16:creationId xmlns:a16="http://schemas.microsoft.com/office/drawing/2014/main" id="{01C95A97-B032-9F07-DBAA-5958369FAC9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88826" y="176882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370" name="Oval 369">
              <a:extLst>
                <a:ext uri="{FF2B5EF4-FFF2-40B4-BE49-F238E27FC236}">
                  <a16:creationId xmlns:a16="http://schemas.microsoft.com/office/drawing/2014/main" id="{D7CDC301-D086-BDAB-D26D-DA8DBEB3BE0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84377" y="184657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1" name="Oval 370">
              <a:extLst>
                <a:ext uri="{FF2B5EF4-FFF2-40B4-BE49-F238E27FC236}">
                  <a16:creationId xmlns:a16="http://schemas.microsoft.com/office/drawing/2014/main" id="{14944D82-730E-3407-ECC2-3ADE7074043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36060" y="168357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2" name="Oval 371">
              <a:extLst>
                <a:ext uri="{FF2B5EF4-FFF2-40B4-BE49-F238E27FC236}">
                  <a16:creationId xmlns:a16="http://schemas.microsoft.com/office/drawing/2014/main" id="{9A30CA20-23E0-147F-6951-5E5CD299875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00671" y="162688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3" name="Oval 372">
              <a:extLst>
                <a:ext uri="{FF2B5EF4-FFF2-40B4-BE49-F238E27FC236}">
                  <a16:creationId xmlns:a16="http://schemas.microsoft.com/office/drawing/2014/main" id="{04D38492-FBED-BB1C-0CEE-6E832889220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21737" y="19103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4" name="Oval 373">
              <a:extLst>
                <a:ext uri="{FF2B5EF4-FFF2-40B4-BE49-F238E27FC236}">
                  <a16:creationId xmlns:a16="http://schemas.microsoft.com/office/drawing/2014/main" id="{CE847D65-2084-6503-D041-00544236F02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83071" y="198317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5" name="Oval 374">
              <a:extLst>
                <a:ext uri="{FF2B5EF4-FFF2-40B4-BE49-F238E27FC236}">
                  <a16:creationId xmlns:a16="http://schemas.microsoft.com/office/drawing/2014/main" id="{FD11DA8C-C93A-3825-5422-752DE5F2E8F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479360" y="19741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6" name="Oval 375">
              <a:extLst>
                <a:ext uri="{FF2B5EF4-FFF2-40B4-BE49-F238E27FC236}">
                  <a16:creationId xmlns:a16="http://schemas.microsoft.com/office/drawing/2014/main" id="{AF9C7267-F33B-CD27-7512-BA37932441C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91229" y="208726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7" name="Oval 376">
              <a:extLst>
                <a:ext uri="{FF2B5EF4-FFF2-40B4-BE49-F238E27FC236}">
                  <a16:creationId xmlns:a16="http://schemas.microsoft.com/office/drawing/2014/main" id="{ABF6C662-2FC1-BB3C-EECC-2A1B63591CC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59329" y="22111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8" name="Oval 377">
              <a:extLst>
                <a:ext uri="{FF2B5EF4-FFF2-40B4-BE49-F238E27FC236}">
                  <a16:creationId xmlns:a16="http://schemas.microsoft.com/office/drawing/2014/main" id="{2B1F7D6B-92B9-EB6B-D684-4C31196C5D2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98136" y="235557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9" name="Oval 378">
              <a:extLst>
                <a:ext uri="{FF2B5EF4-FFF2-40B4-BE49-F238E27FC236}">
                  <a16:creationId xmlns:a16="http://schemas.microsoft.com/office/drawing/2014/main" id="{FEEFCF33-1C02-986E-9458-33A0A9A5337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487050" y="208490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80" name="Oval 379">
              <a:extLst>
                <a:ext uri="{FF2B5EF4-FFF2-40B4-BE49-F238E27FC236}">
                  <a16:creationId xmlns:a16="http://schemas.microsoft.com/office/drawing/2014/main" id="{C5D57C34-CAF6-66B4-6CC1-8BEDA1BA4B7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51077" y="169833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81" name="Oval 380">
              <a:extLst>
                <a:ext uri="{FF2B5EF4-FFF2-40B4-BE49-F238E27FC236}">
                  <a16:creationId xmlns:a16="http://schemas.microsoft.com/office/drawing/2014/main" id="{A17D78C9-E008-CACE-3CAE-EBBFF39CD30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22195" y="229497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82" name="Oval 381">
              <a:extLst>
                <a:ext uri="{FF2B5EF4-FFF2-40B4-BE49-F238E27FC236}">
                  <a16:creationId xmlns:a16="http://schemas.microsoft.com/office/drawing/2014/main" id="{CE7F95F3-72E7-0FF4-C7E4-ACCD40FC8FC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60981" y="245981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83" name="Oval 382">
              <a:extLst>
                <a:ext uri="{FF2B5EF4-FFF2-40B4-BE49-F238E27FC236}">
                  <a16:creationId xmlns:a16="http://schemas.microsoft.com/office/drawing/2014/main" id="{8174BCC2-BC5C-2958-4964-902B9D1BA31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72692" y="26136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4" name="Rectangle 363">
              <a:extLst>
                <a:ext uri="{FF2B5EF4-FFF2-40B4-BE49-F238E27FC236}">
                  <a16:creationId xmlns:a16="http://schemas.microsoft.com/office/drawing/2014/main" id="{8E70C260-3B94-E427-64A8-A14AC624B43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59257" y="1938191"/>
              <a:ext cx="632743" cy="4919810"/>
            </a:xfrm>
            <a:prstGeom prst="rect">
              <a:avLst/>
            </a:prstGeom>
            <a:gradFill>
              <a:gsLst>
                <a:gs pos="0">
                  <a:schemeClr val="bg1">
                    <a:lumMod val="95000"/>
                    <a:alpha val="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cxnSp>
        <p:nvCxnSpPr>
          <p:cNvPr id="385" name="Straight Connector 384">
            <a:extLst>
              <a:ext uri="{FF2B5EF4-FFF2-40B4-BE49-F238E27FC236}">
                <a16:creationId xmlns:a16="http://schemas.microsoft.com/office/drawing/2014/main" id="{441F6779-D7F8-7916-0EB5-3743E273035E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6200" y="733425"/>
            <a:ext cx="1048702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6" name="TextBox 385">
            <a:extLst>
              <a:ext uri="{FF2B5EF4-FFF2-40B4-BE49-F238E27FC236}">
                <a16:creationId xmlns:a16="http://schemas.microsoft.com/office/drawing/2014/main" id="{7F6A84BD-CDA8-E766-C0F9-D1FC51A02E0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981575" y="6628626"/>
            <a:ext cx="6057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Aakash Nandy ▪ Engineering Science - Aerospace</a:t>
            </a:r>
          </a:p>
        </p:txBody>
      </p:sp>
      <p:sp>
        <p:nvSpPr>
          <p:cNvPr id="393" name="Title 1">
            <a:extLst>
              <a:ext uri="{FF2B5EF4-FFF2-40B4-BE49-F238E27FC236}">
                <a16:creationId xmlns:a16="http://schemas.microsoft.com/office/drawing/2014/main" id="{AC9AAE0D-8455-37AC-E18B-7DC8351DD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75" y="0"/>
            <a:ext cx="10382250" cy="876299"/>
          </a:xfrm>
        </p:spPr>
        <p:txBody>
          <a:bodyPr>
            <a:normAutofit/>
          </a:bodyPr>
          <a:lstStyle/>
          <a:p>
            <a:r>
              <a:rPr lang="en-CA" sz="3200" b="1" dirty="0"/>
              <a:t>Next Steps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B88408-490C-D146-2DD8-26DE3650AFAC}"/>
              </a:ext>
            </a:extLst>
          </p:cNvPr>
          <p:cNvSpPr txBox="1"/>
          <p:nvPr/>
        </p:nvSpPr>
        <p:spPr>
          <a:xfrm>
            <a:off x="76200" y="691340"/>
            <a:ext cx="11471635" cy="60478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CA" dirty="0"/>
              <a:t>Obtain more capable ANSYS license for </a:t>
            </a:r>
            <a:r>
              <a:rPr lang="en-CA" b="1" dirty="0"/>
              <a:t>full high-fidelity fluid simulation and optimization loop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CA" dirty="0"/>
              <a:t>Structural and Centrifugal FEA (ANSYS Mechanical):</a:t>
            </a:r>
          </a:p>
          <a:p>
            <a:pPr marL="800100" lvl="1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b="1" dirty="0"/>
              <a:t>Map 3D fluid pressure fields and thermal boundary conditions </a:t>
            </a:r>
            <a:r>
              <a:rPr lang="en-CA" dirty="0"/>
              <a:t>directly from CFX onto the solid blade/hub mesh for one-way </a:t>
            </a:r>
            <a:r>
              <a:rPr lang="en-CA" b="1" dirty="0"/>
              <a:t>Fluid-Structure Interaction (FSI)</a:t>
            </a:r>
          </a:p>
          <a:p>
            <a:pPr marL="800100" lvl="1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b="1" dirty="0"/>
              <a:t>Evaluate von Mises stresses under a 20% overspeed case (33,600 RPM) </a:t>
            </a:r>
            <a:r>
              <a:rPr lang="en-CA" dirty="0"/>
              <a:t>using a chosen material (like Inconel 718 or Ti-6Al-4V) to verify a minimum yield safety factor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CA" dirty="0" err="1"/>
              <a:t>Rotordynamics</a:t>
            </a:r>
            <a:r>
              <a:rPr lang="en-CA" dirty="0"/>
              <a:t> and Critical Speed Assessment:</a:t>
            </a:r>
          </a:p>
          <a:p>
            <a:pPr marL="800100" lvl="1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b="1" dirty="0"/>
              <a:t>Model shaft deflection, bearing stiffness, and hydrodynamic cross-coupling </a:t>
            </a:r>
            <a:r>
              <a:rPr lang="en-CA" dirty="0"/>
              <a:t>in </a:t>
            </a:r>
            <a:r>
              <a:rPr lang="en-CA" dirty="0" err="1"/>
              <a:t>Dyrobes</a:t>
            </a:r>
            <a:r>
              <a:rPr lang="en-CA" dirty="0"/>
              <a:t>/ANSYS to produce a </a:t>
            </a:r>
            <a:r>
              <a:rPr lang="en-CA" b="1" dirty="0"/>
              <a:t>Campbell diagram</a:t>
            </a:r>
          </a:p>
          <a:p>
            <a:pPr marL="800100" lvl="1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dirty="0"/>
              <a:t>Verify the </a:t>
            </a:r>
            <a:r>
              <a:rPr lang="en-CA" b="1" dirty="0"/>
              <a:t>first bending critical speed remains at least 25–50% above nominal operational speed </a:t>
            </a:r>
            <a:r>
              <a:rPr lang="en-CA" dirty="0"/>
              <a:t>to ensure subcritical operation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CA" dirty="0"/>
              <a:t>Acoustic and Blade-Pass Vibration (NVH):</a:t>
            </a:r>
          </a:p>
          <a:p>
            <a:pPr marL="800100" lvl="1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dirty="0"/>
              <a:t>Extract unsteady blade-passing frequencies and cut-water pressure pulses to </a:t>
            </a:r>
            <a:r>
              <a:rPr lang="en-CA" b="1" dirty="0"/>
              <a:t>ensure no lock-in occurs with the casing structural modes (resonance)</a:t>
            </a:r>
            <a:endParaRPr lang="en-CA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CA" dirty="0"/>
              <a:t>Design for Additive Manufacturing (</a:t>
            </a:r>
            <a:r>
              <a:rPr lang="en-CA" dirty="0" err="1"/>
              <a:t>DfAM</a:t>
            </a:r>
            <a:r>
              <a:rPr lang="en-CA" dirty="0"/>
              <a:t>):</a:t>
            </a:r>
          </a:p>
          <a:p>
            <a:pPr marL="800100" lvl="1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dirty="0"/>
              <a:t>Transition the idealized circular </a:t>
            </a:r>
            <a:r>
              <a:rPr lang="en-CA" b="1" dirty="0"/>
              <a:t>volute cross-section to an internally self-supporting teardrop profile tailored for Laser Powder Bed Fusion (LPBF)</a:t>
            </a:r>
            <a:r>
              <a:rPr lang="en-CA" dirty="0"/>
              <a:t> printing without internal support structures</a:t>
            </a:r>
          </a:p>
          <a:p>
            <a:pPr marL="800100" lvl="1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dirty="0"/>
              <a:t>Run a trade study to </a:t>
            </a:r>
            <a:r>
              <a:rPr lang="en-CA" b="1" dirty="0"/>
              <a:t>quantify the marginal hydraulic efficiency penalty of the printable geometry </a:t>
            </a:r>
            <a:r>
              <a:rPr lang="en-CA" dirty="0"/>
              <a:t>versus the hydrodynamic baseline</a:t>
            </a:r>
          </a:p>
        </p:txBody>
      </p:sp>
    </p:spTree>
    <p:extLst>
      <p:ext uri="{BB962C8B-B14F-4D97-AF65-F5344CB8AC3E}">
        <p14:creationId xmlns:p14="http://schemas.microsoft.com/office/powerpoint/2010/main" val="36678555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B59C78-7438-FBF3-4A24-505BD8E13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2" name="Group 391">
            <a:extLst>
              <a:ext uri="{FF2B5EF4-FFF2-40B4-BE49-F238E27FC236}">
                <a16:creationId xmlns:a16="http://schemas.microsoft.com/office/drawing/2014/main" id="{2B7631B0-2AB1-EF99-9434-C5D92C91E0C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0770010" y="-117399"/>
            <a:ext cx="1453570" cy="6975400"/>
            <a:chOff x="10770010" y="-117399"/>
            <a:chExt cx="1453570" cy="6975400"/>
          </a:xfrm>
        </p:grpSpPr>
        <p:sp>
          <p:nvSpPr>
            <p:cNvPr id="365" name="Oval 364">
              <a:extLst>
                <a:ext uri="{FF2B5EF4-FFF2-40B4-BE49-F238E27FC236}">
                  <a16:creationId xmlns:a16="http://schemas.microsoft.com/office/drawing/2014/main" id="{A6DF470F-AF4D-C7BA-9BFF-BF46DA6A676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38907" y="295017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DE4CE74-765C-0D56-830F-3C320DAE8E3E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866728">
              <a:off x="10770010" y="-117399"/>
              <a:ext cx="1163816" cy="2147195"/>
            </a:xfrm>
            <a:prstGeom prst="rect">
              <a:avLst/>
            </a:prstGeom>
          </p:spPr>
        </p:pic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80A2DC82-A57F-9884-9912-2E611F25176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87200" y="178860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7E3166B2-7586-DD20-62FC-978E2DF743C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32167" y="18563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7C4E34E1-1F4B-2FE2-CA5B-35ED46E2C81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23200" y="18923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BF6B2622-9554-25FD-54DB-66FCED27E92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41134" y="18743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B6C077C4-7B8C-CD68-D933-DAD3B71E46E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14167" y="19564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15DE530A-4884-0342-8DAD-43650657E53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87552" y="182492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D55A0AE5-A6AC-7622-EE76-A962986CC0F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98619" y="19564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E59ABA23-8D6B-1BF2-CD63-FF87AC36583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23552" y="19381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FFECF309-185B-996A-3EEE-B98C8D983F3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29715" y="199882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CB78D653-B532-DECF-46E7-1937A031AC3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64671" y="205145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6AF8DAFF-AFBC-2891-6033-FA0E590BDB1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82671" y="18743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E89C887A-0465-8A34-0050-C806B7C2C8C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27950" y="206690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14C2805C-6FF4-9369-2054-2C9740E552C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47657" y="198082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B1C40BF3-8049-04AA-1DE8-4BA60500912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91590" y="206690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1DCCF8EF-6C45-DBD5-616F-D59EFAB244C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69552" y="210290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2EEE8608-EFEF-5196-6B4F-059AC6E5DA4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77134" y="215932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0D126C6F-9CCC-7709-2D7C-76DE2BA36A3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26620" y="227931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2D66D8D7-D5B7-2CD3-17CB-8CDC38B5CD1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41200" y="240581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3C6D2A5D-1ECA-AC07-F4A2-697A691E998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89232" y="234549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DB088E92-34FD-B77E-1614-B8F97743F3B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87200" y="21751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301967A6-DD11-4448-8ECB-2406C35EBF9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23552" y="22185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61E7D528-F6FD-6F58-0724-4A7FBE4A3FF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17934" y="215032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8C4D21EC-2A90-6572-1BC1-85652A01467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90103" y="226974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AE4B81DD-6812-22C0-7E24-F8E97F39959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80619" y="21931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3668A638-7D8F-48FA-1D3E-3A4FCCF0E60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11657" y="227931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40C740B1-FC0B-545E-F5AB-EEC8E6B1B8B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41552" y="236092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2C51AC42-75A0-E52C-2F8E-A9393B9189B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26103" y="239692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728F3D24-C11B-240B-B960-4BDDDB8D3B5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33077" y="244181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1E0CEF39-CBA7-1D21-EE2F-586C7E1E3C0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52858" y="247973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696194AF-AA8A-70FD-795D-9CB9E5D6710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83995" y="254699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FEA8BDFA-72D4-2E61-3524-79C8F1C0181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43301" y="25543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9B55683D-9727-998F-C009-3576D595EAD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47795" y="26676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9DD13466-7537-2C2A-96E5-A27351384DB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65995" y="268861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276BC370-B408-423D-9BE1-FB8457F0A29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98213" y="26856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E13F4739-3657-EF63-897D-19898667AF2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45351" y="26496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B03F15B0-310B-2FF3-8753-56062ED0368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48825" y="252062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A6905108-DC2D-8987-3125-B620CB6DB38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26132" y="272795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3D33F174-0040-1036-1776-A8F10AE7743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50147" y="292445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C07CB43C-63C2-B35C-BD65-D17850D5346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71085" y="295017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B3A1453F-94F1-1357-1A27-39B0E7A16B6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19995" y="281792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228C4CC5-518A-71EB-D0DE-3D55B7266E3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00671" y="286342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601DB9F0-0036-0ED8-B7D1-75632AE97BF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72103" y="277249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48301475-922E-1175-3EC6-B5E9E973BCA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14112" y="31265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43E2A87A-D386-4E3C-06F5-DB239A0A38E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62144" y="306626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76DC7939-8CEA-8825-F292-FEA70157C7B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14464" y="308169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480873B5-C8B6-A095-52CE-29AEBA50575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99015" y="311769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C3629DC8-10B4-14DB-2422-02F828D1BB4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05989" y="31625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CB2E4C82-F441-2F0F-2E98-476FB4DF08E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25770" y="320050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CE7C1AFA-CD77-0414-3DF1-CCF95A3F769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56907" y="326777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79FDAB4B-C746-8FCC-F60A-00D7F4FAABD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16213" y="327510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B74F5012-BF35-7F96-2E9A-61BA83F21A1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20707" y="338846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7C2ED31D-A821-3723-B28E-FBF19B1FD02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38907" y="340938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BFF1FFBA-3182-6180-EFF1-2C623A5BB5D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71125" y="340646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1A7ADE2C-6217-B6E3-B678-43727D88FF0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18263" y="337046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E3B37DDF-1FEA-1E7E-F32F-6006BA2F8F2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21737" y="324140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6540EA14-7CAB-8836-C237-7B803BD7705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9008305">
              <a:off x="11616136" y="346581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DD6CDE9C-A6EA-5A9E-63A3-3AE52659C10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23059" y="364522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A8375D02-1178-7304-A51C-F2FED142059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43997" y="367094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25C5D072-9A0D-1BE5-FD22-A054C64186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92907" y="353870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A02E15F3-9FE1-A320-9E91-E24CC2EFA6C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73583" y="358420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887109E2-B2D7-A4A5-C5AE-D3156EC1D2A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45015" y="349327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F38B5F21-B11B-D2C5-32F2-237C9F5899E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15047" y="39382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73737E67-7B9C-A352-7B1D-B7EDDB57F7F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63079" y="387797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CB2A29D1-0B00-57D6-CA01-638A68D1895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15399" y="389340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7DB2514F-8601-D7C5-BC78-74DD15058B7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99950" y="392940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FD6C9F6D-0EAF-33CB-7061-D9B05191690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26705" y="401221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6E00A74C-9EF3-8C69-996F-7974C24161F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57842" y="407947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8BF7C77E-5CD9-D391-095F-3BF4E67D857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17148" y="408681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1" name="Oval 220">
              <a:extLst>
                <a:ext uri="{FF2B5EF4-FFF2-40B4-BE49-F238E27FC236}">
                  <a16:creationId xmlns:a16="http://schemas.microsoft.com/office/drawing/2014/main" id="{FBB71632-EF9B-77B3-8353-87D401BEDAF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39842" y="422109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3" name="Oval 222">
              <a:extLst>
                <a:ext uri="{FF2B5EF4-FFF2-40B4-BE49-F238E27FC236}">
                  <a16:creationId xmlns:a16="http://schemas.microsoft.com/office/drawing/2014/main" id="{10C05A18-0721-D43C-930E-931B6A646E9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72060" y="421816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5" name="Oval 224">
              <a:extLst>
                <a:ext uri="{FF2B5EF4-FFF2-40B4-BE49-F238E27FC236}">
                  <a16:creationId xmlns:a16="http://schemas.microsoft.com/office/drawing/2014/main" id="{24179FE5-C113-DAE5-F38C-D2024D3C261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19198" y="418216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7" name="Oval 226">
              <a:extLst>
                <a:ext uri="{FF2B5EF4-FFF2-40B4-BE49-F238E27FC236}">
                  <a16:creationId xmlns:a16="http://schemas.microsoft.com/office/drawing/2014/main" id="{2A9BAE38-8FD4-630E-CE36-27C97192FAC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22672" y="405310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9" name="Oval 228">
              <a:extLst>
                <a:ext uri="{FF2B5EF4-FFF2-40B4-BE49-F238E27FC236}">
                  <a16:creationId xmlns:a16="http://schemas.microsoft.com/office/drawing/2014/main" id="{8296458D-9F73-0B25-FFF6-A38E055D382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82887" y="426897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31" name="Oval 230">
              <a:extLst>
                <a:ext uri="{FF2B5EF4-FFF2-40B4-BE49-F238E27FC236}">
                  <a16:creationId xmlns:a16="http://schemas.microsoft.com/office/drawing/2014/main" id="{F4B39483-3368-BB59-A742-29C7B6C46F0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23994" y="445692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33" name="Oval 232">
              <a:extLst>
                <a:ext uri="{FF2B5EF4-FFF2-40B4-BE49-F238E27FC236}">
                  <a16:creationId xmlns:a16="http://schemas.microsoft.com/office/drawing/2014/main" id="{82392833-59AC-363F-9678-AEDBBDCA60C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44932" y="448265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35" name="Oval 234">
              <a:extLst>
                <a:ext uri="{FF2B5EF4-FFF2-40B4-BE49-F238E27FC236}">
                  <a16:creationId xmlns:a16="http://schemas.microsoft.com/office/drawing/2014/main" id="{4087B4C6-AD4D-4D2F-7EB7-2023D9495C5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93842" y="435040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37" name="Oval 236">
              <a:extLst>
                <a:ext uri="{FF2B5EF4-FFF2-40B4-BE49-F238E27FC236}">
                  <a16:creationId xmlns:a16="http://schemas.microsoft.com/office/drawing/2014/main" id="{0EB992DF-1B7D-62D6-FA55-5880769E4BF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57426" y="437026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39" name="Oval 238">
              <a:extLst>
                <a:ext uri="{FF2B5EF4-FFF2-40B4-BE49-F238E27FC236}">
                  <a16:creationId xmlns:a16="http://schemas.microsoft.com/office/drawing/2014/main" id="{B83E016F-FF9C-50F5-890A-1EA55B228D2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45950" y="430497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0" name="Oval 239">
              <a:extLst>
                <a:ext uri="{FF2B5EF4-FFF2-40B4-BE49-F238E27FC236}">
                  <a16:creationId xmlns:a16="http://schemas.microsoft.com/office/drawing/2014/main" id="{D8D80CA0-9ECF-7053-0C7F-8ECB8DA4826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63950" y="37916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1" name="Oval 240">
              <a:extLst>
                <a:ext uri="{FF2B5EF4-FFF2-40B4-BE49-F238E27FC236}">
                  <a16:creationId xmlns:a16="http://schemas.microsoft.com/office/drawing/2014/main" id="{C625F18F-00B7-5381-0977-D09337E82F9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47375" y="37559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2" name="Oval 241">
              <a:extLst>
                <a:ext uri="{FF2B5EF4-FFF2-40B4-BE49-F238E27FC236}">
                  <a16:creationId xmlns:a16="http://schemas.microsoft.com/office/drawing/2014/main" id="{9182D321-D5E0-ECA9-800E-77A17DC8679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38887" y="290913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3" name="Oval 242">
              <a:extLst>
                <a:ext uri="{FF2B5EF4-FFF2-40B4-BE49-F238E27FC236}">
                  <a16:creationId xmlns:a16="http://schemas.microsoft.com/office/drawing/2014/main" id="{98B124DA-B0AA-0545-505C-D4210FBA679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25805" y="37359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4" name="Oval 243">
              <a:extLst>
                <a:ext uri="{FF2B5EF4-FFF2-40B4-BE49-F238E27FC236}">
                  <a16:creationId xmlns:a16="http://schemas.microsoft.com/office/drawing/2014/main" id="{24871C24-5783-BCD9-7D36-47A5F6C94BA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14464" y="380247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6" name="Oval 245">
              <a:extLst>
                <a:ext uri="{FF2B5EF4-FFF2-40B4-BE49-F238E27FC236}">
                  <a16:creationId xmlns:a16="http://schemas.microsoft.com/office/drawing/2014/main" id="{42434EEE-5005-1701-903B-AFBE82526AC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19374" y="463455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8" name="Oval 247">
              <a:extLst>
                <a:ext uri="{FF2B5EF4-FFF2-40B4-BE49-F238E27FC236}">
                  <a16:creationId xmlns:a16="http://schemas.microsoft.com/office/drawing/2014/main" id="{3035FA5B-340D-618D-100E-98BE8E05EFC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67406" y="457423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50" name="Oval 249">
              <a:extLst>
                <a:ext uri="{FF2B5EF4-FFF2-40B4-BE49-F238E27FC236}">
                  <a16:creationId xmlns:a16="http://schemas.microsoft.com/office/drawing/2014/main" id="{D8DF38F1-DA97-F584-0BDE-DF3C01DD454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19726" y="458966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52" name="Oval 251">
              <a:extLst>
                <a:ext uri="{FF2B5EF4-FFF2-40B4-BE49-F238E27FC236}">
                  <a16:creationId xmlns:a16="http://schemas.microsoft.com/office/drawing/2014/main" id="{41B574DD-1670-5C2A-5D7D-F2EFB5A849E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04277" y="462566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56" name="Oval 255">
              <a:extLst>
                <a:ext uri="{FF2B5EF4-FFF2-40B4-BE49-F238E27FC236}">
                  <a16:creationId xmlns:a16="http://schemas.microsoft.com/office/drawing/2014/main" id="{27C72D3A-C3D5-3F9F-7136-8B78C7B1640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31032" y="470847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58" name="Oval 257">
              <a:extLst>
                <a:ext uri="{FF2B5EF4-FFF2-40B4-BE49-F238E27FC236}">
                  <a16:creationId xmlns:a16="http://schemas.microsoft.com/office/drawing/2014/main" id="{988152A4-E30D-7BC5-F34C-72178CF1138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62169" y="477574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60" name="Oval 259">
              <a:extLst>
                <a:ext uri="{FF2B5EF4-FFF2-40B4-BE49-F238E27FC236}">
                  <a16:creationId xmlns:a16="http://schemas.microsoft.com/office/drawing/2014/main" id="{99357E4F-0E7A-AEE7-5D67-1F2680EC3DC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21475" y="478307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64" name="Oval 263">
              <a:extLst>
                <a:ext uri="{FF2B5EF4-FFF2-40B4-BE49-F238E27FC236}">
                  <a16:creationId xmlns:a16="http://schemas.microsoft.com/office/drawing/2014/main" id="{97083CA0-D3D1-0DE7-8934-B392056BCAC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44169" y="491735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66" name="Oval 265">
              <a:extLst>
                <a:ext uri="{FF2B5EF4-FFF2-40B4-BE49-F238E27FC236}">
                  <a16:creationId xmlns:a16="http://schemas.microsoft.com/office/drawing/2014/main" id="{96001725-E05E-CDBB-035A-BEA0D613716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76387" y="491443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68" name="Oval 267">
              <a:extLst>
                <a:ext uri="{FF2B5EF4-FFF2-40B4-BE49-F238E27FC236}">
                  <a16:creationId xmlns:a16="http://schemas.microsoft.com/office/drawing/2014/main" id="{2814B98A-4AF7-36EE-885D-07563380045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23525" y="487843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70" name="Oval 269">
              <a:extLst>
                <a:ext uri="{FF2B5EF4-FFF2-40B4-BE49-F238E27FC236}">
                  <a16:creationId xmlns:a16="http://schemas.microsoft.com/office/drawing/2014/main" id="{37EB3ADF-7530-A578-5097-8275BA41F2C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26999" y="474937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72" name="Oval 271">
              <a:extLst>
                <a:ext uri="{FF2B5EF4-FFF2-40B4-BE49-F238E27FC236}">
                  <a16:creationId xmlns:a16="http://schemas.microsoft.com/office/drawing/2014/main" id="{71B0DAE2-D2EB-8FE1-62B5-5DB4A11682B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87214" y="496524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74" name="Oval 273">
              <a:extLst>
                <a:ext uri="{FF2B5EF4-FFF2-40B4-BE49-F238E27FC236}">
                  <a16:creationId xmlns:a16="http://schemas.microsoft.com/office/drawing/2014/main" id="{15007B86-D382-CE34-8262-722932B24F3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28321" y="515319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76" name="Oval 275">
              <a:extLst>
                <a:ext uri="{FF2B5EF4-FFF2-40B4-BE49-F238E27FC236}">
                  <a16:creationId xmlns:a16="http://schemas.microsoft.com/office/drawing/2014/main" id="{81EED6C0-1176-9A46-D531-047280754A9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49259" y="517892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78" name="Oval 277">
              <a:extLst>
                <a:ext uri="{FF2B5EF4-FFF2-40B4-BE49-F238E27FC236}">
                  <a16:creationId xmlns:a16="http://schemas.microsoft.com/office/drawing/2014/main" id="{364F403E-64B6-ADBB-FC67-7F61E1173BB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98169" y="504667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80" name="Oval 279">
              <a:extLst>
                <a:ext uri="{FF2B5EF4-FFF2-40B4-BE49-F238E27FC236}">
                  <a16:creationId xmlns:a16="http://schemas.microsoft.com/office/drawing/2014/main" id="{974734CE-9A96-7DB6-F460-1B218917C1A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78845" y="509217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82" name="Oval 281">
              <a:extLst>
                <a:ext uri="{FF2B5EF4-FFF2-40B4-BE49-F238E27FC236}">
                  <a16:creationId xmlns:a16="http://schemas.microsoft.com/office/drawing/2014/main" id="{7ECABB10-6054-F5F5-9DF5-1A5DD05BBAA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50277" y="500124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84" name="Oval 283">
              <a:extLst>
                <a:ext uri="{FF2B5EF4-FFF2-40B4-BE49-F238E27FC236}">
                  <a16:creationId xmlns:a16="http://schemas.microsoft.com/office/drawing/2014/main" id="{D4D632C2-F244-4282-1406-22FC4A3A9E7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75667" y="535204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86" name="Oval 285">
              <a:extLst>
                <a:ext uri="{FF2B5EF4-FFF2-40B4-BE49-F238E27FC236}">
                  <a16:creationId xmlns:a16="http://schemas.microsoft.com/office/drawing/2014/main" id="{E13F02B1-2456-6DA7-C490-4B20594EB07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23699" y="529172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88" name="Oval 287">
              <a:extLst>
                <a:ext uri="{FF2B5EF4-FFF2-40B4-BE49-F238E27FC236}">
                  <a16:creationId xmlns:a16="http://schemas.microsoft.com/office/drawing/2014/main" id="{D5F1DC8B-127A-CCE7-645F-C3572ECCF46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76019" y="530715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90" name="Oval 289">
              <a:extLst>
                <a:ext uri="{FF2B5EF4-FFF2-40B4-BE49-F238E27FC236}">
                  <a16:creationId xmlns:a16="http://schemas.microsoft.com/office/drawing/2014/main" id="{58A58335-1678-6D6D-62A6-AD401126D21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60570" y="534315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92" name="Oval 291">
              <a:extLst>
                <a:ext uri="{FF2B5EF4-FFF2-40B4-BE49-F238E27FC236}">
                  <a16:creationId xmlns:a16="http://schemas.microsoft.com/office/drawing/2014/main" id="{557AB691-A412-40B0-A052-21287CE6E18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67544" y="538804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94" name="Oval 293">
              <a:extLst>
                <a:ext uri="{FF2B5EF4-FFF2-40B4-BE49-F238E27FC236}">
                  <a16:creationId xmlns:a16="http://schemas.microsoft.com/office/drawing/2014/main" id="{3C1BAAE4-0CE2-ED0A-D0EE-74374D4D97D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87325" y="542596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96" name="Oval 295">
              <a:extLst>
                <a:ext uri="{FF2B5EF4-FFF2-40B4-BE49-F238E27FC236}">
                  <a16:creationId xmlns:a16="http://schemas.microsoft.com/office/drawing/2014/main" id="{72950174-20D0-0655-5BAC-2972C645EFE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18462" y="549322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98" name="Oval 297">
              <a:extLst>
                <a:ext uri="{FF2B5EF4-FFF2-40B4-BE49-F238E27FC236}">
                  <a16:creationId xmlns:a16="http://schemas.microsoft.com/office/drawing/2014/main" id="{16D6004F-5986-4225-C696-4078DB2406A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77768" y="550056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00" name="Oval 299">
              <a:extLst>
                <a:ext uri="{FF2B5EF4-FFF2-40B4-BE49-F238E27FC236}">
                  <a16:creationId xmlns:a16="http://schemas.microsoft.com/office/drawing/2014/main" id="{A44F8236-B29B-35FE-86D1-EC0D865FAE0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82262" y="561391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02" name="Oval 301">
              <a:extLst>
                <a:ext uri="{FF2B5EF4-FFF2-40B4-BE49-F238E27FC236}">
                  <a16:creationId xmlns:a16="http://schemas.microsoft.com/office/drawing/2014/main" id="{9B74BEDF-61D0-2405-44FC-815DEA4FEEA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00462" y="563484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04" name="Oval 303">
              <a:extLst>
                <a:ext uri="{FF2B5EF4-FFF2-40B4-BE49-F238E27FC236}">
                  <a16:creationId xmlns:a16="http://schemas.microsoft.com/office/drawing/2014/main" id="{2AFB9BA4-D421-3EAA-428F-7223CEC963D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32680" y="563191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06" name="Oval 305">
              <a:extLst>
                <a:ext uri="{FF2B5EF4-FFF2-40B4-BE49-F238E27FC236}">
                  <a16:creationId xmlns:a16="http://schemas.microsoft.com/office/drawing/2014/main" id="{CE3B9FD1-0A8E-1FC1-ACC4-B6AF8688D61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79818" y="559591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08" name="Oval 307">
              <a:extLst>
                <a:ext uri="{FF2B5EF4-FFF2-40B4-BE49-F238E27FC236}">
                  <a16:creationId xmlns:a16="http://schemas.microsoft.com/office/drawing/2014/main" id="{71EC510E-25C7-4D47-4F11-2278769F9CB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83292" y="546685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0" name="Oval 309">
              <a:extLst>
                <a:ext uri="{FF2B5EF4-FFF2-40B4-BE49-F238E27FC236}">
                  <a16:creationId xmlns:a16="http://schemas.microsoft.com/office/drawing/2014/main" id="{6201C079-0417-5570-8EB3-63E22665797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04733" y="575109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2" name="Oval 311">
              <a:extLst>
                <a:ext uri="{FF2B5EF4-FFF2-40B4-BE49-F238E27FC236}">
                  <a16:creationId xmlns:a16="http://schemas.microsoft.com/office/drawing/2014/main" id="{2446591B-DEA4-BA79-6623-2790EB4FE4A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84614" y="587068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4" name="Oval 313">
              <a:extLst>
                <a:ext uri="{FF2B5EF4-FFF2-40B4-BE49-F238E27FC236}">
                  <a16:creationId xmlns:a16="http://schemas.microsoft.com/office/drawing/2014/main" id="{23ED387D-80FE-70A8-441F-387DD7E6F12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05552" y="589640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6" name="Oval 315">
              <a:extLst>
                <a:ext uri="{FF2B5EF4-FFF2-40B4-BE49-F238E27FC236}">
                  <a16:creationId xmlns:a16="http://schemas.microsoft.com/office/drawing/2014/main" id="{E295BE03-7827-BA6D-436A-1B1576B5413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54462" y="576415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8" name="Oval 317">
              <a:extLst>
                <a:ext uri="{FF2B5EF4-FFF2-40B4-BE49-F238E27FC236}">
                  <a16:creationId xmlns:a16="http://schemas.microsoft.com/office/drawing/2014/main" id="{8068AB9C-8365-F693-AD8D-D38D5B0AAFB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35138" y="580965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20" name="Oval 319">
              <a:extLst>
                <a:ext uri="{FF2B5EF4-FFF2-40B4-BE49-F238E27FC236}">
                  <a16:creationId xmlns:a16="http://schemas.microsoft.com/office/drawing/2014/main" id="{0994647D-3E3D-2A8E-EDBE-0BCB10CF37A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06570" y="571872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22" name="Oval 321">
              <a:extLst>
                <a:ext uri="{FF2B5EF4-FFF2-40B4-BE49-F238E27FC236}">
                  <a16:creationId xmlns:a16="http://schemas.microsoft.com/office/drawing/2014/main" id="{2A5683D9-F334-C4CA-7597-0C41A45CF29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80985" y="611995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24" name="Oval 323">
              <a:extLst>
                <a:ext uri="{FF2B5EF4-FFF2-40B4-BE49-F238E27FC236}">
                  <a16:creationId xmlns:a16="http://schemas.microsoft.com/office/drawing/2014/main" id="{D7C26C38-712A-A1D2-2630-1729B25913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29017" y="605963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26" name="Oval 325">
              <a:extLst>
                <a:ext uri="{FF2B5EF4-FFF2-40B4-BE49-F238E27FC236}">
                  <a16:creationId xmlns:a16="http://schemas.microsoft.com/office/drawing/2014/main" id="{625F0D88-8615-5B16-09AA-40245B12FF0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81337" y="607506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28" name="Oval 327">
              <a:extLst>
                <a:ext uri="{FF2B5EF4-FFF2-40B4-BE49-F238E27FC236}">
                  <a16:creationId xmlns:a16="http://schemas.microsoft.com/office/drawing/2014/main" id="{FAFB9872-FDFB-10DF-4F08-BA65D0090CE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65888" y="611106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30" name="Oval 329">
              <a:extLst>
                <a:ext uri="{FF2B5EF4-FFF2-40B4-BE49-F238E27FC236}">
                  <a16:creationId xmlns:a16="http://schemas.microsoft.com/office/drawing/2014/main" id="{B4266C50-50C0-90F4-6B35-B2262E205E3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72862" y="615595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32" name="Oval 331">
              <a:extLst>
                <a:ext uri="{FF2B5EF4-FFF2-40B4-BE49-F238E27FC236}">
                  <a16:creationId xmlns:a16="http://schemas.microsoft.com/office/drawing/2014/main" id="{96ECF549-D5E8-DDF9-B0EF-691F9BBCF34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92643" y="619387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34" name="Oval 333">
              <a:extLst>
                <a:ext uri="{FF2B5EF4-FFF2-40B4-BE49-F238E27FC236}">
                  <a16:creationId xmlns:a16="http://schemas.microsoft.com/office/drawing/2014/main" id="{D144A37F-5C30-A8A1-C8A5-6FD3D794757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23780" y="626114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36" name="Oval 335">
              <a:extLst>
                <a:ext uri="{FF2B5EF4-FFF2-40B4-BE49-F238E27FC236}">
                  <a16:creationId xmlns:a16="http://schemas.microsoft.com/office/drawing/2014/main" id="{14912510-3296-55A3-3C58-8AA7B89691B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83086" y="626848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38" name="Oval 337">
              <a:extLst>
                <a:ext uri="{FF2B5EF4-FFF2-40B4-BE49-F238E27FC236}">
                  <a16:creationId xmlns:a16="http://schemas.microsoft.com/office/drawing/2014/main" id="{25824E34-DB3D-4FE6-867D-E153632A137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87580" y="638183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40" name="Oval 339">
              <a:extLst>
                <a:ext uri="{FF2B5EF4-FFF2-40B4-BE49-F238E27FC236}">
                  <a16:creationId xmlns:a16="http://schemas.microsoft.com/office/drawing/2014/main" id="{71207B37-5829-D88B-DF6C-FC19B378D31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05780" y="640275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42" name="Oval 341">
              <a:extLst>
                <a:ext uri="{FF2B5EF4-FFF2-40B4-BE49-F238E27FC236}">
                  <a16:creationId xmlns:a16="http://schemas.microsoft.com/office/drawing/2014/main" id="{1D965D5F-AD2F-3B3E-F488-E789427688E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37998" y="639983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44" name="Oval 343">
              <a:extLst>
                <a:ext uri="{FF2B5EF4-FFF2-40B4-BE49-F238E27FC236}">
                  <a16:creationId xmlns:a16="http://schemas.microsoft.com/office/drawing/2014/main" id="{92D1ADAB-74A9-A25C-C005-31101A725B0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85136" y="636383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46" name="Oval 345">
              <a:extLst>
                <a:ext uri="{FF2B5EF4-FFF2-40B4-BE49-F238E27FC236}">
                  <a16:creationId xmlns:a16="http://schemas.microsoft.com/office/drawing/2014/main" id="{E0755BB9-F32A-06CF-2D1F-3A378CC7C5E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88610" y="623477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48" name="Oval 347">
              <a:extLst>
                <a:ext uri="{FF2B5EF4-FFF2-40B4-BE49-F238E27FC236}">
                  <a16:creationId xmlns:a16="http://schemas.microsoft.com/office/drawing/2014/main" id="{8395F483-9C61-9B62-AC31-229AFC58459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48825" y="645064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50" name="Oval 349">
              <a:extLst>
                <a:ext uri="{FF2B5EF4-FFF2-40B4-BE49-F238E27FC236}">
                  <a16:creationId xmlns:a16="http://schemas.microsoft.com/office/drawing/2014/main" id="{EC618A27-E203-C085-A204-C24ABA40AF4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89932" y="663859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52" name="Oval 351">
              <a:extLst>
                <a:ext uri="{FF2B5EF4-FFF2-40B4-BE49-F238E27FC236}">
                  <a16:creationId xmlns:a16="http://schemas.microsoft.com/office/drawing/2014/main" id="{9E7FEEDF-0BE6-3998-EEC0-7942616C848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10870" y="666432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54" name="Oval 353">
              <a:extLst>
                <a:ext uri="{FF2B5EF4-FFF2-40B4-BE49-F238E27FC236}">
                  <a16:creationId xmlns:a16="http://schemas.microsoft.com/office/drawing/2014/main" id="{6ED4AD68-4DF3-C8DA-934B-2305CDC22BF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59780" y="653207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56" name="Oval 355">
              <a:extLst>
                <a:ext uri="{FF2B5EF4-FFF2-40B4-BE49-F238E27FC236}">
                  <a16:creationId xmlns:a16="http://schemas.microsoft.com/office/drawing/2014/main" id="{51C411CC-2F01-66F5-714A-61FFFC966B6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40456" y="657757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58" name="Oval 357">
              <a:extLst>
                <a:ext uri="{FF2B5EF4-FFF2-40B4-BE49-F238E27FC236}">
                  <a16:creationId xmlns:a16="http://schemas.microsoft.com/office/drawing/2014/main" id="{A511891A-35F2-E5D5-7ADB-25665A12C0A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11888" y="648664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59" name="Oval 358">
              <a:extLst>
                <a:ext uri="{FF2B5EF4-FFF2-40B4-BE49-F238E27FC236}">
                  <a16:creationId xmlns:a16="http://schemas.microsoft.com/office/drawing/2014/main" id="{A656EC3F-5AD9-1A24-919A-DCA6636F98A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74907" y="673972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0" name="Oval 359">
              <a:extLst>
                <a:ext uri="{FF2B5EF4-FFF2-40B4-BE49-F238E27FC236}">
                  <a16:creationId xmlns:a16="http://schemas.microsoft.com/office/drawing/2014/main" id="{33EC718C-E763-451E-86D2-A83876E28CE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87989" y="674684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1" name="Oval 360">
              <a:extLst>
                <a:ext uri="{FF2B5EF4-FFF2-40B4-BE49-F238E27FC236}">
                  <a16:creationId xmlns:a16="http://schemas.microsoft.com/office/drawing/2014/main" id="{CA002E47-2F09-4338-27BA-9CFDF40F364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03409" y="671978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2" name="Oval 361">
              <a:extLst>
                <a:ext uri="{FF2B5EF4-FFF2-40B4-BE49-F238E27FC236}">
                  <a16:creationId xmlns:a16="http://schemas.microsoft.com/office/drawing/2014/main" id="{9BB853EC-6629-ACF1-3E67-D4A54AF74DB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14132" y="444884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3" name="Oval 362">
              <a:extLst>
                <a:ext uri="{FF2B5EF4-FFF2-40B4-BE49-F238E27FC236}">
                  <a16:creationId xmlns:a16="http://schemas.microsoft.com/office/drawing/2014/main" id="{F809C083-1E80-747D-F213-E380E21AE43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39683" y="30079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6" name="Oval 365">
              <a:extLst>
                <a:ext uri="{FF2B5EF4-FFF2-40B4-BE49-F238E27FC236}">
                  <a16:creationId xmlns:a16="http://schemas.microsoft.com/office/drawing/2014/main" id="{1D36D7A0-FBFE-E56A-BF84-9DD1C53A1E3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51552" y="174070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8" name="Oval 367">
              <a:extLst>
                <a:ext uri="{FF2B5EF4-FFF2-40B4-BE49-F238E27FC236}">
                  <a16:creationId xmlns:a16="http://schemas.microsoft.com/office/drawing/2014/main" id="{2799B6FF-3397-26E1-0D63-F0A8A64FA51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88826" y="176882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370" name="Oval 369">
              <a:extLst>
                <a:ext uri="{FF2B5EF4-FFF2-40B4-BE49-F238E27FC236}">
                  <a16:creationId xmlns:a16="http://schemas.microsoft.com/office/drawing/2014/main" id="{16F50F78-6FD7-D1E2-934C-409884739A9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84377" y="184657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1" name="Oval 370">
              <a:extLst>
                <a:ext uri="{FF2B5EF4-FFF2-40B4-BE49-F238E27FC236}">
                  <a16:creationId xmlns:a16="http://schemas.microsoft.com/office/drawing/2014/main" id="{65A944D7-29E4-203C-4449-24381527556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36060" y="168357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2" name="Oval 371">
              <a:extLst>
                <a:ext uri="{FF2B5EF4-FFF2-40B4-BE49-F238E27FC236}">
                  <a16:creationId xmlns:a16="http://schemas.microsoft.com/office/drawing/2014/main" id="{214281CA-A814-CB50-ECB4-B2698DA2EA7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00671" y="162688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3" name="Oval 372">
              <a:extLst>
                <a:ext uri="{FF2B5EF4-FFF2-40B4-BE49-F238E27FC236}">
                  <a16:creationId xmlns:a16="http://schemas.microsoft.com/office/drawing/2014/main" id="{CFA88888-7748-327B-CB8B-181CD4B2F04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21737" y="19103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4" name="Oval 373">
              <a:extLst>
                <a:ext uri="{FF2B5EF4-FFF2-40B4-BE49-F238E27FC236}">
                  <a16:creationId xmlns:a16="http://schemas.microsoft.com/office/drawing/2014/main" id="{C16FAB67-943E-6570-25AF-C0E1D6793ED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83071" y="198317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5" name="Oval 374">
              <a:extLst>
                <a:ext uri="{FF2B5EF4-FFF2-40B4-BE49-F238E27FC236}">
                  <a16:creationId xmlns:a16="http://schemas.microsoft.com/office/drawing/2014/main" id="{1A550175-BF25-9E9B-950D-C8D4F7207BA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479360" y="19741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6" name="Oval 375">
              <a:extLst>
                <a:ext uri="{FF2B5EF4-FFF2-40B4-BE49-F238E27FC236}">
                  <a16:creationId xmlns:a16="http://schemas.microsoft.com/office/drawing/2014/main" id="{DE973562-D98B-94CA-103B-1684ACB4F97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91229" y="208726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7" name="Oval 376">
              <a:extLst>
                <a:ext uri="{FF2B5EF4-FFF2-40B4-BE49-F238E27FC236}">
                  <a16:creationId xmlns:a16="http://schemas.microsoft.com/office/drawing/2014/main" id="{A53E14E4-BC4D-F37A-C094-8DD5CBBCAB3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59329" y="22111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8" name="Oval 377">
              <a:extLst>
                <a:ext uri="{FF2B5EF4-FFF2-40B4-BE49-F238E27FC236}">
                  <a16:creationId xmlns:a16="http://schemas.microsoft.com/office/drawing/2014/main" id="{98B02105-0375-3A20-77E0-B71648C36CE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98136" y="235557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9" name="Oval 378">
              <a:extLst>
                <a:ext uri="{FF2B5EF4-FFF2-40B4-BE49-F238E27FC236}">
                  <a16:creationId xmlns:a16="http://schemas.microsoft.com/office/drawing/2014/main" id="{7FBD30C7-3F83-38DE-6ECA-127EE5D4266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487050" y="208490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80" name="Oval 379">
              <a:extLst>
                <a:ext uri="{FF2B5EF4-FFF2-40B4-BE49-F238E27FC236}">
                  <a16:creationId xmlns:a16="http://schemas.microsoft.com/office/drawing/2014/main" id="{EAC738D0-0C9F-5443-06B5-6C8194F091B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51077" y="169833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81" name="Oval 380">
              <a:extLst>
                <a:ext uri="{FF2B5EF4-FFF2-40B4-BE49-F238E27FC236}">
                  <a16:creationId xmlns:a16="http://schemas.microsoft.com/office/drawing/2014/main" id="{4BC37D4E-3B04-E7F4-DF6B-C10EDCAEB0E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22195" y="229497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82" name="Oval 381">
              <a:extLst>
                <a:ext uri="{FF2B5EF4-FFF2-40B4-BE49-F238E27FC236}">
                  <a16:creationId xmlns:a16="http://schemas.microsoft.com/office/drawing/2014/main" id="{583A79C5-DA40-0730-FD62-B1338D42DC6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60981" y="245981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83" name="Oval 382">
              <a:extLst>
                <a:ext uri="{FF2B5EF4-FFF2-40B4-BE49-F238E27FC236}">
                  <a16:creationId xmlns:a16="http://schemas.microsoft.com/office/drawing/2014/main" id="{2DB86565-C3F4-1607-D448-7BF5C8B045A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72692" y="26136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4" name="Rectangle 363">
              <a:extLst>
                <a:ext uri="{FF2B5EF4-FFF2-40B4-BE49-F238E27FC236}">
                  <a16:creationId xmlns:a16="http://schemas.microsoft.com/office/drawing/2014/main" id="{8DE76EBF-0E53-368C-AFF6-C93DD837C12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59257" y="1938191"/>
              <a:ext cx="632743" cy="4919810"/>
            </a:xfrm>
            <a:prstGeom prst="rect">
              <a:avLst/>
            </a:prstGeom>
            <a:gradFill>
              <a:gsLst>
                <a:gs pos="0">
                  <a:schemeClr val="bg1">
                    <a:lumMod val="95000"/>
                    <a:alpha val="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cxnSp>
        <p:nvCxnSpPr>
          <p:cNvPr id="385" name="Straight Connector 384">
            <a:extLst>
              <a:ext uri="{FF2B5EF4-FFF2-40B4-BE49-F238E27FC236}">
                <a16:creationId xmlns:a16="http://schemas.microsoft.com/office/drawing/2014/main" id="{D63D0AF6-691D-9FF5-E642-105935C6683F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6200" y="733425"/>
            <a:ext cx="1048702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6" name="TextBox 385">
            <a:extLst>
              <a:ext uri="{FF2B5EF4-FFF2-40B4-BE49-F238E27FC236}">
                <a16:creationId xmlns:a16="http://schemas.microsoft.com/office/drawing/2014/main" id="{F1A41470-4A93-FA06-A513-1B1EE26D5F6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981575" y="6628626"/>
            <a:ext cx="6057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Aakash Nandy ▪ Engineering Science - Aerospace</a:t>
            </a:r>
          </a:p>
        </p:txBody>
      </p:sp>
      <p:sp>
        <p:nvSpPr>
          <p:cNvPr id="393" name="Title 1">
            <a:extLst>
              <a:ext uri="{FF2B5EF4-FFF2-40B4-BE49-F238E27FC236}">
                <a16:creationId xmlns:a16="http://schemas.microsoft.com/office/drawing/2014/main" id="{192172E1-1F73-C383-D54A-DD2F4F5CF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75" y="0"/>
            <a:ext cx="10382250" cy="876299"/>
          </a:xfrm>
        </p:spPr>
        <p:txBody>
          <a:bodyPr>
            <a:normAutofit/>
          </a:bodyPr>
          <a:lstStyle/>
          <a:p>
            <a:r>
              <a:rPr lang="en-CA" sz="3200" b="1" dirty="0"/>
              <a:t>Works Cited (1)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056DE6-4305-77F4-3698-8C2149E16057}"/>
              </a:ext>
            </a:extLst>
          </p:cNvPr>
          <p:cNvSpPr txBox="1"/>
          <p:nvPr/>
        </p:nvSpPr>
        <p:spPr>
          <a:xfrm>
            <a:off x="-97411" y="1046262"/>
            <a:ext cx="11517886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04800" marR="304800" rtl="0">
              <a:buNone/>
            </a:pPr>
            <a:r>
              <a:rPr lang="en-CA" dirty="0">
                <a:solidFill>
                  <a:schemeClr val="tx1"/>
                </a:solidFill>
                <a:effectLst/>
                <a:latin typeface="+mn-lt"/>
              </a:rPr>
              <a:t>[1] G. P. Sutton and O. </a:t>
            </a:r>
            <a:r>
              <a:rPr lang="en-CA" dirty="0" err="1">
                <a:solidFill>
                  <a:schemeClr val="tx1"/>
                </a:solidFill>
                <a:effectLst/>
                <a:latin typeface="+mn-lt"/>
              </a:rPr>
              <a:t>Biblarz</a:t>
            </a:r>
            <a:r>
              <a:rPr lang="en-CA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en-CA" i="1" dirty="0">
                <a:solidFill>
                  <a:schemeClr val="tx1"/>
                </a:solidFill>
                <a:effectLst/>
                <a:latin typeface="+mn-lt"/>
              </a:rPr>
              <a:t>Rocket Propulsion Elements</a:t>
            </a:r>
            <a:r>
              <a:rPr lang="en-CA" dirty="0">
                <a:solidFill>
                  <a:schemeClr val="tx1"/>
                </a:solidFill>
                <a:effectLst/>
                <a:latin typeface="+mn-lt"/>
              </a:rPr>
              <a:t>, 9th ed. Hoboken, NJ, USA: John Wiley &amp; Sons, 2017. </a:t>
            </a:r>
          </a:p>
          <a:p>
            <a:pPr marL="304800" marR="304800" rtl="0">
              <a:buNone/>
            </a:pPr>
            <a:endParaRPr lang="en-CA" dirty="0">
              <a:solidFill>
                <a:schemeClr val="tx1"/>
              </a:solidFill>
              <a:effectLst/>
              <a:latin typeface="+mn-lt"/>
            </a:endParaRPr>
          </a:p>
          <a:p>
            <a:pPr marL="304800" marR="304800" rtl="0">
              <a:buNone/>
            </a:pPr>
            <a:r>
              <a:rPr lang="en-CA" dirty="0">
                <a:solidFill>
                  <a:schemeClr val="tx1"/>
                </a:solidFill>
                <a:effectLst/>
                <a:latin typeface="+mn-lt"/>
              </a:rPr>
              <a:t>[2] N. </a:t>
            </a:r>
            <a:r>
              <a:rPr lang="en-CA" dirty="0" err="1">
                <a:solidFill>
                  <a:schemeClr val="tx1"/>
                </a:solidFill>
                <a:effectLst/>
                <a:latin typeface="+mn-lt"/>
              </a:rPr>
              <a:t>Makovnik</a:t>
            </a:r>
            <a:r>
              <a:rPr lang="en-CA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CA" i="1" dirty="0">
                <a:solidFill>
                  <a:schemeClr val="tx1"/>
                </a:solidFill>
                <a:effectLst/>
                <a:latin typeface="+mn-lt"/>
              </a:rPr>
              <a:t>et al.</a:t>
            </a:r>
            <a:r>
              <a:rPr lang="en-CA" dirty="0">
                <a:solidFill>
                  <a:schemeClr val="tx1"/>
                </a:solidFill>
                <a:effectLst/>
                <a:latin typeface="+mn-lt"/>
              </a:rPr>
              <a:t>, "Development of a 5,000 </a:t>
            </a:r>
            <a:r>
              <a:rPr lang="en-CA" dirty="0" err="1">
                <a:solidFill>
                  <a:schemeClr val="tx1"/>
                </a:solidFill>
                <a:effectLst/>
                <a:latin typeface="+mn-lt"/>
              </a:rPr>
              <a:t>lbf</a:t>
            </a:r>
            <a:r>
              <a:rPr lang="en-CA" dirty="0">
                <a:solidFill>
                  <a:schemeClr val="tx1"/>
                </a:solidFill>
                <a:effectLst/>
                <a:latin typeface="+mn-lt"/>
              </a:rPr>
              <a:t> open-cycle kerosene-oxygen turbopump," Purdue University, West Lafayette, IN, USA, Tech. Rep., 2025. </a:t>
            </a:r>
          </a:p>
          <a:p>
            <a:pPr marL="304800" marR="304800" rtl="0">
              <a:buNone/>
            </a:pPr>
            <a:endParaRPr lang="en-CA" dirty="0">
              <a:solidFill>
                <a:schemeClr val="tx1"/>
              </a:solidFill>
              <a:effectLst/>
              <a:latin typeface="+mn-lt"/>
            </a:endParaRPr>
          </a:p>
          <a:p>
            <a:pPr marL="304800" marR="304800" rtl="0">
              <a:buNone/>
            </a:pPr>
            <a:r>
              <a:rPr lang="en-CA" dirty="0">
                <a:solidFill>
                  <a:schemeClr val="tx1"/>
                </a:solidFill>
                <a:effectLst/>
                <a:latin typeface="+mn-lt"/>
              </a:rPr>
              <a:t>[3] </a:t>
            </a:r>
            <a:r>
              <a:rPr lang="en-CA" dirty="0" err="1">
                <a:solidFill>
                  <a:schemeClr val="tx1"/>
                </a:solidFill>
                <a:effectLst/>
                <a:latin typeface="+mn-lt"/>
              </a:rPr>
              <a:t>CFturbo</a:t>
            </a:r>
            <a:r>
              <a:rPr lang="en-CA" dirty="0">
                <a:solidFill>
                  <a:schemeClr val="tx1"/>
                </a:solidFill>
                <a:effectLst/>
                <a:latin typeface="+mn-lt"/>
              </a:rPr>
              <a:t> GmbH, "</a:t>
            </a:r>
            <a:r>
              <a:rPr lang="en-CA" dirty="0" err="1">
                <a:solidFill>
                  <a:schemeClr val="tx1"/>
                </a:solidFill>
                <a:effectLst/>
                <a:latin typeface="+mn-lt"/>
              </a:rPr>
              <a:t>CFturbo</a:t>
            </a:r>
            <a:r>
              <a:rPr lang="en-CA" dirty="0">
                <a:solidFill>
                  <a:schemeClr val="tx1"/>
                </a:solidFill>
                <a:effectLst/>
                <a:latin typeface="+mn-lt"/>
              </a:rPr>
              <a:t> BLADERUNNER: Gas turbine design for a turbopump," </a:t>
            </a:r>
            <a:r>
              <a:rPr lang="en-CA" i="1" dirty="0">
                <a:solidFill>
                  <a:schemeClr val="tx1"/>
                </a:solidFill>
                <a:effectLst/>
                <a:latin typeface="+mn-lt"/>
              </a:rPr>
              <a:t>2025 Series – Study #4</a:t>
            </a:r>
            <a:r>
              <a:rPr lang="en-CA" dirty="0">
                <a:solidFill>
                  <a:schemeClr val="tx1"/>
                </a:solidFill>
                <a:effectLst/>
                <a:latin typeface="+mn-lt"/>
              </a:rPr>
              <a:t>, Dresden, Germany, 2025. </a:t>
            </a:r>
          </a:p>
          <a:p>
            <a:pPr marL="304800" marR="304800" rtl="0">
              <a:buNone/>
            </a:pPr>
            <a:endParaRPr lang="en-CA" dirty="0">
              <a:solidFill>
                <a:schemeClr val="tx1"/>
              </a:solidFill>
              <a:effectLst/>
              <a:latin typeface="+mn-lt"/>
            </a:endParaRPr>
          </a:p>
          <a:p>
            <a:pPr marL="304800" marR="304800" rtl="0">
              <a:buNone/>
            </a:pPr>
            <a:r>
              <a:rPr lang="en-CA" dirty="0">
                <a:solidFill>
                  <a:schemeClr val="tx1"/>
                </a:solidFill>
                <a:effectLst/>
                <a:latin typeface="+mn-lt"/>
              </a:rPr>
              <a:t>[4] E. M. Bennett, "CFD analysis of unsteady cavitation instabilities in a turbopump inducer," presented at the ISimT-16 Symp. Innovative Simulations in Turbomachinery, Mechanical Solutions, Inc., Whippany, NJ, USA, Nov. 29, 2016. </a:t>
            </a:r>
          </a:p>
          <a:p>
            <a:pPr marL="304800" marR="304800" rtl="0">
              <a:buNone/>
            </a:pPr>
            <a:endParaRPr lang="en-CA" dirty="0">
              <a:solidFill>
                <a:schemeClr val="tx1"/>
              </a:solidFill>
              <a:effectLst/>
              <a:latin typeface="+mn-lt"/>
            </a:endParaRPr>
          </a:p>
          <a:p>
            <a:pPr marL="304800" marR="304800" rtl="0">
              <a:buNone/>
            </a:pPr>
            <a:r>
              <a:rPr lang="en-CA" dirty="0">
                <a:solidFill>
                  <a:schemeClr val="tx1"/>
                </a:solidFill>
                <a:effectLst/>
                <a:latin typeface="+mn-lt"/>
              </a:rPr>
              <a:t>[5] L. Cope, "What is a Campbell diagram and how do you read one?," </a:t>
            </a:r>
            <a:r>
              <a:rPr lang="en-CA" i="1" dirty="0">
                <a:solidFill>
                  <a:schemeClr val="tx1"/>
                </a:solidFill>
                <a:effectLst/>
                <a:latin typeface="+mn-lt"/>
              </a:rPr>
              <a:t>Engineer Fix</a:t>
            </a:r>
            <a:r>
              <a:rPr lang="en-CA" dirty="0">
                <a:solidFill>
                  <a:schemeClr val="tx1"/>
                </a:solidFill>
                <a:effectLst/>
                <a:latin typeface="+mn-lt"/>
              </a:rPr>
              <a:t>, Nov. 7, 2025. [Online]. Available: </a:t>
            </a:r>
            <a:r>
              <a:rPr lang="en-CA" dirty="0">
                <a:solidFill>
                  <a:schemeClr val="tx1"/>
                </a:solidFill>
                <a:effectLst/>
                <a:latin typeface="+mn-lt"/>
                <a:hlinkClick r:id="rId3"/>
              </a:rPr>
              <a:t>https://engineerfix.com/what-is-a-campbell-diagram-and-how-do-you-read-one/</a:t>
            </a:r>
            <a:r>
              <a:rPr lang="en-CA" dirty="0">
                <a:solidFill>
                  <a:schemeClr val="tx1"/>
                </a:solidFill>
                <a:effectLst/>
                <a:latin typeface="+mn-lt"/>
              </a:rPr>
              <a:t>.</a:t>
            </a:r>
          </a:p>
          <a:p>
            <a:pPr marL="304800" marR="304800" rtl="0">
              <a:buNone/>
            </a:pPr>
            <a:endParaRPr lang="en-CA" dirty="0">
              <a:solidFill>
                <a:schemeClr val="tx1"/>
              </a:solidFill>
              <a:effectLst/>
              <a:latin typeface="+mn-lt"/>
            </a:endParaRPr>
          </a:p>
          <a:p>
            <a:pPr marL="304800" marR="304800" rtl="0">
              <a:buNone/>
            </a:pPr>
            <a:r>
              <a:rPr lang="en-CA" dirty="0">
                <a:solidFill>
                  <a:schemeClr val="tx1"/>
                </a:solidFill>
                <a:effectLst/>
                <a:latin typeface="+mn-lt"/>
              </a:rPr>
              <a:t>[6] </a:t>
            </a:r>
            <a:r>
              <a:rPr lang="en-CA" dirty="0" err="1">
                <a:solidFill>
                  <a:schemeClr val="tx1"/>
                </a:solidFill>
                <a:effectLst/>
                <a:latin typeface="+mn-lt"/>
              </a:rPr>
              <a:t>CFturbo</a:t>
            </a:r>
            <a:r>
              <a:rPr lang="en-CA" dirty="0">
                <a:solidFill>
                  <a:schemeClr val="tx1"/>
                </a:solidFill>
                <a:effectLst/>
                <a:latin typeface="+mn-lt"/>
              </a:rPr>
              <a:t>, "</a:t>
            </a:r>
            <a:r>
              <a:rPr lang="en-CA" dirty="0" err="1">
                <a:solidFill>
                  <a:schemeClr val="tx1"/>
                </a:solidFill>
                <a:effectLst/>
                <a:latin typeface="+mn-lt"/>
              </a:rPr>
              <a:t>CFturbo</a:t>
            </a:r>
            <a:r>
              <a:rPr lang="en-CA" dirty="0">
                <a:solidFill>
                  <a:schemeClr val="tx1"/>
                </a:solidFill>
                <a:effectLst/>
                <a:latin typeface="+mn-lt"/>
              </a:rPr>
              <a:t> in ANSYS Workbench Webinar: Cryogenic Rocket Turbopump," YouTube video, 2024. [Online]. Available: </a:t>
            </a:r>
            <a:r>
              <a:rPr lang="en-CA" dirty="0">
                <a:solidFill>
                  <a:schemeClr val="tx1"/>
                </a:solidFill>
                <a:effectLst/>
                <a:latin typeface="+mn-lt"/>
                <a:hlinkClick r:id="rId4"/>
              </a:rPr>
              <a:t>https://www.youtube.com/watch?v=SVK4hdKiRsE</a:t>
            </a:r>
            <a:r>
              <a:rPr lang="en-CA" dirty="0">
                <a:solidFill>
                  <a:schemeClr val="tx1"/>
                </a:solidFill>
                <a:effectLst/>
                <a:latin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824423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6863A4-3856-AABA-4B12-A4A5D65DE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2" name="Group 391">
            <a:extLst>
              <a:ext uri="{FF2B5EF4-FFF2-40B4-BE49-F238E27FC236}">
                <a16:creationId xmlns:a16="http://schemas.microsoft.com/office/drawing/2014/main" id="{2556066F-1DE7-E4EF-8332-BAACA6A4438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0770010" y="-117399"/>
            <a:ext cx="1453570" cy="6975400"/>
            <a:chOff x="10770010" y="-117399"/>
            <a:chExt cx="1453570" cy="6975400"/>
          </a:xfrm>
        </p:grpSpPr>
        <p:sp>
          <p:nvSpPr>
            <p:cNvPr id="365" name="Oval 364">
              <a:extLst>
                <a:ext uri="{FF2B5EF4-FFF2-40B4-BE49-F238E27FC236}">
                  <a16:creationId xmlns:a16="http://schemas.microsoft.com/office/drawing/2014/main" id="{C92F337B-8ECA-55AF-65B0-322B72D67B1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38907" y="295017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5A2FC4D-E574-1F13-E55E-A05D54D31207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866728">
              <a:off x="10770010" y="-117399"/>
              <a:ext cx="1163816" cy="2147195"/>
            </a:xfrm>
            <a:prstGeom prst="rect">
              <a:avLst/>
            </a:prstGeom>
          </p:spPr>
        </p:pic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826735DE-0676-DF3B-E5D7-08E2A02F5E0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87200" y="178860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CC3EE058-EF16-EB72-8A08-22073BEBA87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32167" y="18563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682CBCC8-D327-AF60-10A3-03D69C8638C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23200" y="18923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01027F33-0676-B8B0-02E5-E842B693877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41134" y="18743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CB07FD26-35E6-2794-7322-61C909E0E9D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14167" y="19564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1F77A0A7-6606-B57C-CEF4-E71BC3E9FD5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87552" y="182492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0524826E-9291-D12E-EA35-0C0AD9810C3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98619" y="19564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DBA6C585-F2C4-0416-BB4E-E9FE1FC90F8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23552" y="19381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8D76DD2C-235A-3E80-E26C-80E8AF3F59C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29715" y="199882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8BA09607-46A2-7556-D043-C473586F5D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64671" y="205145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9CEC1B64-973B-9EFD-AB77-4979B202E0D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82671" y="18743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D8B1DB9A-BF81-9D6D-6D14-30667845AC6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27950" y="206690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5895B9A4-AAA7-45DB-42E8-D9A2F49F299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47657" y="198082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F0AF7BB2-B31F-95E6-42F1-6AED82CB117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91590" y="206690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67D72A43-3D15-9984-EA47-856EA33F85D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69552" y="210290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1A5243FE-8D86-6370-EBE0-AAC064D5717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77134" y="215932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8D6ED1A7-18F1-8C1C-DC25-527B45E705C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26620" y="227931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6F6C87F1-C8BA-0D34-6ECA-D34F7FAC498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41200" y="240581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B1205E97-0872-F304-06EE-F01320B56AF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89232" y="234549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3A96EEB9-981F-BFEF-AE58-C46C8CE3652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87200" y="21751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3EFC3916-B9EC-5751-B6B7-9820B51BBE8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23552" y="22185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FD8D4C2A-7A5C-0ADD-220D-C0C4524593F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17934" y="215032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CE022D83-DA34-0172-22FF-B28F4366D4C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90103" y="226974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C92A3944-26CA-B8D9-78F2-008DA8CCBD2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80619" y="21931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808CCC01-4523-6242-C3AA-C0B6F23C055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11657" y="227931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293A4EA3-F57F-CC32-C2C0-EE1EE84D9D6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41552" y="236092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FC0C914E-ADF0-97AB-0F97-84D14C08786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26103" y="239692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393C930F-6CC3-A55C-B96C-58352A398CE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33077" y="244181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B10D3E15-73FF-9407-54F8-BF78D4164AD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52858" y="247973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FB8BA873-6DE4-1C19-09E6-83546FF5B5E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83995" y="254699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130DEE5D-FC19-C07C-3140-C35DDCAD36D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43301" y="25543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D3CCF6F6-9062-B13B-C3D1-B5FFB2ED861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47795" y="26676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A87297D8-EE7D-1A79-1822-21DE45290D6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65995" y="268861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19133D1E-4D39-0080-5928-46D2B725BE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98213" y="26856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1BA68D24-6A57-4F5A-129C-8979F0C791D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45351" y="26496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6468C124-F490-C7B7-5DE6-E8061385651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48825" y="252062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E4BA7DCE-B1B8-0897-0F40-88C5D593834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26132" y="272795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3353510B-D1BA-483E-0886-49DAB2E666D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50147" y="292445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DE5BA834-1438-2747-DEF5-593E16A70E7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71085" y="295017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F05C6450-2AB9-9243-01EF-94037E43FB3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19995" y="281792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22A755CE-CCAA-3CA5-67CB-B6B78805917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00671" y="286342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4B13C26B-A8E9-55C2-BB7C-3B693EA4F14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72103" y="277249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C841B591-519D-2FC0-4F62-2F08444410B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14112" y="31265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18D2130D-84F9-B0E3-0CF4-9E895273AF6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62144" y="306626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48AD819B-8F61-2001-70E3-2C25FC11FA5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14464" y="308169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C4F3A14C-B60A-06D3-50B6-04204881CA1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99015" y="311769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E750FC45-1CEF-5CB7-F52C-9F0AB8CF69A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05989" y="31625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1DEE5D36-BCE1-3DC7-2FD8-0EA7FA08814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25770" y="320050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8DC75BAE-A869-8622-2261-0817944945C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56907" y="326777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8BAD5819-AC8D-7B8F-D909-5BFB32E41FC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16213" y="327510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F9C7DB67-071B-BA26-35AF-D76FCE81FEB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20707" y="338846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6BD44E01-62CE-5457-B8D0-8E342471853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38907" y="340938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B19D4509-2ACE-50CF-D2B5-60C0C145D21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71125" y="340646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B4160DBF-6D7D-D174-1410-2F861AAB7AC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18263" y="337046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618A002B-0B53-13BC-724B-7C4207E1393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21737" y="324140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9A3747E8-CCBC-E2B8-608F-D10921D953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9008305">
              <a:off x="11616136" y="346581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6DAD7A86-C7B4-FF30-F4D2-48CCC775D41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23059" y="364522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D076B091-8C27-3BEB-EF2B-C791FE4F407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43997" y="367094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6AA7295B-C8DE-3B3B-293D-74679260F2A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92907" y="353870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D628752F-3BEB-D32A-AFA3-3E7B85896F2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73583" y="358420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BC25CB8E-AAAA-78C5-49A1-1E36E288A5A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45015" y="349327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0DDEC8CD-D106-6336-3F00-1851EC119A7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15047" y="39382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FF8EBF36-7B74-CC37-9B08-9985088E2BC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63079" y="387797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E96A75F5-4642-5CF7-D1D3-D63D12215AB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15399" y="389340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E0360098-FA16-16F7-C7FF-C429EA8065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99950" y="392940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F8ED3F66-70C0-E148-AE67-0AB0CDB3547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26705" y="401221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D2CE7E0B-B972-BC1B-F1CE-0AB38258495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57842" y="407947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C786F394-1B44-E93F-1191-0F1465FBD2E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17148" y="408681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1" name="Oval 220">
              <a:extLst>
                <a:ext uri="{FF2B5EF4-FFF2-40B4-BE49-F238E27FC236}">
                  <a16:creationId xmlns:a16="http://schemas.microsoft.com/office/drawing/2014/main" id="{CF96AFC2-78E7-F554-3E9E-56C39D5E0B8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39842" y="422109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3" name="Oval 222">
              <a:extLst>
                <a:ext uri="{FF2B5EF4-FFF2-40B4-BE49-F238E27FC236}">
                  <a16:creationId xmlns:a16="http://schemas.microsoft.com/office/drawing/2014/main" id="{AB068E95-6D16-FC26-F322-3E3CFEB8F43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72060" y="421816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5" name="Oval 224">
              <a:extLst>
                <a:ext uri="{FF2B5EF4-FFF2-40B4-BE49-F238E27FC236}">
                  <a16:creationId xmlns:a16="http://schemas.microsoft.com/office/drawing/2014/main" id="{9ACBF85C-32A7-20FA-99E4-9A5222A4E04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19198" y="418216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7" name="Oval 226">
              <a:extLst>
                <a:ext uri="{FF2B5EF4-FFF2-40B4-BE49-F238E27FC236}">
                  <a16:creationId xmlns:a16="http://schemas.microsoft.com/office/drawing/2014/main" id="{13A5C8F8-621E-6BB3-1555-0FE32C5079D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22672" y="405310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9" name="Oval 228">
              <a:extLst>
                <a:ext uri="{FF2B5EF4-FFF2-40B4-BE49-F238E27FC236}">
                  <a16:creationId xmlns:a16="http://schemas.microsoft.com/office/drawing/2014/main" id="{ECB50675-82A0-07C3-16D4-7131C9CA15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82887" y="426897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31" name="Oval 230">
              <a:extLst>
                <a:ext uri="{FF2B5EF4-FFF2-40B4-BE49-F238E27FC236}">
                  <a16:creationId xmlns:a16="http://schemas.microsoft.com/office/drawing/2014/main" id="{7D08BD37-C956-C47B-A281-1324F2F50CF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23994" y="445692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33" name="Oval 232">
              <a:extLst>
                <a:ext uri="{FF2B5EF4-FFF2-40B4-BE49-F238E27FC236}">
                  <a16:creationId xmlns:a16="http://schemas.microsoft.com/office/drawing/2014/main" id="{BCD66708-350C-A75D-B41C-E25816F79D0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44932" y="448265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35" name="Oval 234">
              <a:extLst>
                <a:ext uri="{FF2B5EF4-FFF2-40B4-BE49-F238E27FC236}">
                  <a16:creationId xmlns:a16="http://schemas.microsoft.com/office/drawing/2014/main" id="{93D32398-B8C4-216B-5F1C-D0A7C946809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93842" y="435040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37" name="Oval 236">
              <a:extLst>
                <a:ext uri="{FF2B5EF4-FFF2-40B4-BE49-F238E27FC236}">
                  <a16:creationId xmlns:a16="http://schemas.microsoft.com/office/drawing/2014/main" id="{EB9FAA6F-372E-D97A-13BA-1BC6E371DC5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57426" y="437026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39" name="Oval 238">
              <a:extLst>
                <a:ext uri="{FF2B5EF4-FFF2-40B4-BE49-F238E27FC236}">
                  <a16:creationId xmlns:a16="http://schemas.microsoft.com/office/drawing/2014/main" id="{4B7569D3-4D87-3DE3-29D1-384D9BEC2E3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45950" y="430497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0" name="Oval 239">
              <a:extLst>
                <a:ext uri="{FF2B5EF4-FFF2-40B4-BE49-F238E27FC236}">
                  <a16:creationId xmlns:a16="http://schemas.microsoft.com/office/drawing/2014/main" id="{23B0E74C-4584-0FB0-35A2-60721930686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63950" y="37916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1" name="Oval 240">
              <a:extLst>
                <a:ext uri="{FF2B5EF4-FFF2-40B4-BE49-F238E27FC236}">
                  <a16:creationId xmlns:a16="http://schemas.microsoft.com/office/drawing/2014/main" id="{E1EBB593-407F-5C5F-254C-D0EF5E699C4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47375" y="37559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2" name="Oval 241">
              <a:extLst>
                <a:ext uri="{FF2B5EF4-FFF2-40B4-BE49-F238E27FC236}">
                  <a16:creationId xmlns:a16="http://schemas.microsoft.com/office/drawing/2014/main" id="{6EFD6547-63B6-CBD2-5371-12B685B23E6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38887" y="290913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3" name="Oval 242">
              <a:extLst>
                <a:ext uri="{FF2B5EF4-FFF2-40B4-BE49-F238E27FC236}">
                  <a16:creationId xmlns:a16="http://schemas.microsoft.com/office/drawing/2014/main" id="{F9996E07-7A65-63CA-87CE-F256F581259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25805" y="37359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4" name="Oval 243">
              <a:extLst>
                <a:ext uri="{FF2B5EF4-FFF2-40B4-BE49-F238E27FC236}">
                  <a16:creationId xmlns:a16="http://schemas.microsoft.com/office/drawing/2014/main" id="{F95BFA7C-DEAC-0A19-241C-435CF9C2D1B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14464" y="380247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6" name="Oval 245">
              <a:extLst>
                <a:ext uri="{FF2B5EF4-FFF2-40B4-BE49-F238E27FC236}">
                  <a16:creationId xmlns:a16="http://schemas.microsoft.com/office/drawing/2014/main" id="{A0EFD8B5-716D-CA05-7847-E8587E5B1EC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19374" y="463455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8" name="Oval 247">
              <a:extLst>
                <a:ext uri="{FF2B5EF4-FFF2-40B4-BE49-F238E27FC236}">
                  <a16:creationId xmlns:a16="http://schemas.microsoft.com/office/drawing/2014/main" id="{05D82127-9FAD-4E94-3736-847A1B2D6BE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67406" y="457423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50" name="Oval 249">
              <a:extLst>
                <a:ext uri="{FF2B5EF4-FFF2-40B4-BE49-F238E27FC236}">
                  <a16:creationId xmlns:a16="http://schemas.microsoft.com/office/drawing/2014/main" id="{0D489478-182E-F2E2-5675-F3AF2A69F49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19726" y="458966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52" name="Oval 251">
              <a:extLst>
                <a:ext uri="{FF2B5EF4-FFF2-40B4-BE49-F238E27FC236}">
                  <a16:creationId xmlns:a16="http://schemas.microsoft.com/office/drawing/2014/main" id="{DD2EE580-5B1D-AE05-E5AB-7F45DD1C217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04277" y="462566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56" name="Oval 255">
              <a:extLst>
                <a:ext uri="{FF2B5EF4-FFF2-40B4-BE49-F238E27FC236}">
                  <a16:creationId xmlns:a16="http://schemas.microsoft.com/office/drawing/2014/main" id="{ABEB7768-FE7F-8105-8879-C0A6CD1C3C7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31032" y="470847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58" name="Oval 257">
              <a:extLst>
                <a:ext uri="{FF2B5EF4-FFF2-40B4-BE49-F238E27FC236}">
                  <a16:creationId xmlns:a16="http://schemas.microsoft.com/office/drawing/2014/main" id="{C30F0537-B40C-1A6A-D7AE-09487ADC7EF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62169" y="477574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60" name="Oval 259">
              <a:extLst>
                <a:ext uri="{FF2B5EF4-FFF2-40B4-BE49-F238E27FC236}">
                  <a16:creationId xmlns:a16="http://schemas.microsoft.com/office/drawing/2014/main" id="{AE3A920C-8B81-6FFF-81DE-4086060BB16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21475" y="478307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64" name="Oval 263">
              <a:extLst>
                <a:ext uri="{FF2B5EF4-FFF2-40B4-BE49-F238E27FC236}">
                  <a16:creationId xmlns:a16="http://schemas.microsoft.com/office/drawing/2014/main" id="{2DF6F7E7-8D36-3444-DCEC-D42378FA71E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44169" y="491735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66" name="Oval 265">
              <a:extLst>
                <a:ext uri="{FF2B5EF4-FFF2-40B4-BE49-F238E27FC236}">
                  <a16:creationId xmlns:a16="http://schemas.microsoft.com/office/drawing/2014/main" id="{9D07D593-48CE-C0F0-C01D-B102FA9A66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76387" y="491443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68" name="Oval 267">
              <a:extLst>
                <a:ext uri="{FF2B5EF4-FFF2-40B4-BE49-F238E27FC236}">
                  <a16:creationId xmlns:a16="http://schemas.microsoft.com/office/drawing/2014/main" id="{FA6F5850-DB65-47F4-B568-419775B4908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23525" y="487843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70" name="Oval 269">
              <a:extLst>
                <a:ext uri="{FF2B5EF4-FFF2-40B4-BE49-F238E27FC236}">
                  <a16:creationId xmlns:a16="http://schemas.microsoft.com/office/drawing/2014/main" id="{1D92C05B-29A5-08A8-1492-DBFAD2E65D0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26999" y="474937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72" name="Oval 271">
              <a:extLst>
                <a:ext uri="{FF2B5EF4-FFF2-40B4-BE49-F238E27FC236}">
                  <a16:creationId xmlns:a16="http://schemas.microsoft.com/office/drawing/2014/main" id="{47F883B0-9CD4-736D-9403-B64A1969CB4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87214" y="496524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74" name="Oval 273">
              <a:extLst>
                <a:ext uri="{FF2B5EF4-FFF2-40B4-BE49-F238E27FC236}">
                  <a16:creationId xmlns:a16="http://schemas.microsoft.com/office/drawing/2014/main" id="{FE33E711-6AD2-D9E4-265F-1E967E3A58F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28321" y="515319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76" name="Oval 275">
              <a:extLst>
                <a:ext uri="{FF2B5EF4-FFF2-40B4-BE49-F238E27FC236}">
                  <a16:creationId xmlns:a16="http://schemas.microsoft.com/office/drawing/2014/main" id="{C3D4DFAE-E2A9-9BEF-4AE0-69826EC84E8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49259" y="517892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78" name="Oval 277">
              <a:extLst>
                <a:ext uri="{FF2B5EF4-FFF2-40B4-BE49-F238E27FC236}">
                  <a16:creationId xmlns:a16="http://schemas.microsoft.com/office/drawing/2014/main" id="{E075BB9B-3FDC-FBA4-990D-1F9487F8AB0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98169" y="504667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80" name="Oval 279">
              <a:extLst>
                <a:ext uri="{FF2B5EF4-FFF2-40B4-BE49-F238E27FC236}">
                  <a16:creationId xmlns:a16="http://schemas.microsoft.com/office/drawing/2014/main" id="{F60519DC-D656-24A5-B218-7B6D76E8CB2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78845" y="509217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82" name="Oval 281">
              <a:extLst>
                <a:ext uri="{FF2B5EF4-FFF2-40B4-BE49-F238E27FC236}">
                  <a16:creationId xmlns:a16="http://schemas.microsoft.com/office/drawing/2014/main" id="{1F35467C-8B9E-00A9-8D27-133C838F77D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50277" y="500124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84" name="Oval 283">
              <a:extLst>
                <a:ext uri="{FF2B5EF4-FFF2-40B4-BE49-F238E27FC236}">
                  <a16:creationId xmlns:a16="http://schemas.microsoft.com/office/drawing/2014/main" id="{D34F1DF2-CDAC-E8B8-D9BC-00ADB97F99E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75667" y="535204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86" name="Oval 285">
              <a:extLst>
                <a:ext uri="{FF2B5EF4-FFF2-40B4-BE49-F238E27FC236}">
                  <a16:creationId xmlns:a16="http://schemas.microsoft.com/office/drawing/2014/main" id="{4A8F66EB-A9D1-06E0-BA97-DCB42654E25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23699" y="529172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88" name="Oval 287">
              <a:extLst>
                <a:ext uri="{FF2B5EF4-FFF2-40B4-BE49-F238E27FC236}">
                  <a16:creationId xmlns:a16="http://schemas.microsoft.com/office/drawing/2014/main" id="{6FC318FF-D698-0A51-B0FE-0B92C9DE435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76019" y="530715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90" name="Oval 289">
              <a:extLst>
                <a:ext uri="{FF2B5EF4-FFF2-40B4-BE49-F238E27FC236}">
                  <a16:creationId xmlns:a16="http://schemas.microsoft.com/office/drawing/2014/main" id="{8A60CA5C-C781-03E5-91A8-339B0A4CC42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60570" y="534315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92" name="Oval 291">
              <a:extLst>
                <a:ext uri="{FF2B5EF4-FFF2-40B4-BE49-F238E27FC236}">
                  <a16:creationId xmlns:a16="http://schemas.microsoft.com/office/drawing/2014/main" id="{915B6386-2F9E-481F-2314-348BB6A3862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67544" y="538804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94" name="Oval 293">
              <a:extLst>
                <a:ext uri="{FF2B5EF4-FFF2-40B4-BE49-F238E27FC236}">
                  <a16:creationId xmlns:a16="http://schemas.microsoft.com/office/drawing/2014/main" id="{23938E93-91B0-24A2-01FC-1FF89565028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87325" y="542596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96" name="Oval 295">
              <a:extLst>
                <a:ext uri="{FF2B5EF4-FFF2-40B4-BE49-F238E27FC236}">
                  <a16:creationId xmlns:a16="http://schemas.microsoft.com/office/drawing/2014/main" id="{601B2C7C-8D71-89FA-6D5C-43FC6941839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18462" y="549322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98" name="Oval 297">
              <a:extLst>
                <a:ext uri="{FF2B5EF4-FFF2-40B4-BE49-F238E27FC236}">
                  <a16:creationId xmlns:a16="http://schemas.microsoft.com/office/drawing/2014/main" id="{B5BFD865-1752-9EB0-522C-9A88C45DD9A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77768" y="550056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00" name="Oval 299">
              <a:extLst>
                <a:ext uri="{FF2B5EF4-FFF2-40B4-BE49-F238E27FC236}">
                  <a16:creationId xmlns:a16="http://schemas.microsoft.com/office/drawing/2014/main" id="{CC9A9E16-0684-0816-46B2-C8A4DECB938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82262" y="561391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02" name="Oval 301">
              <a:extLst>
                <a:ext uri="{FF2B5EF4-FFF2-40B4-BE49-F238E27FC236}">
                  <a16:creationId xmlns:a16="http://schemas.microsoft.com/office/drawing/2014/main" id="{CEBEC587-B39C-72DE-328C-641912A7E0D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00462" y="563484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04" name="Oval 303">
              <a:extLst>
                <a:ext uri="{FF2B5EF4-FFF2-40B4-BE49-F238E27FC236}">
                  <a16:creationId xmlns:a16="http://schemas.microsoft.com/office/drawing/2014/main" id="{B35CA3A7-A88A-E9EF-4E15-1DA4AC30B6A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32680" y="563191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06" name="Oval 305">
              <a:extLst>
                <a:ext uri="{FF2B5EF4-FFF2-40B4-BE49-F238E27FC236}">
                  <a16:creationId xmlns:a16="http://schemas.microsoft.com/office/drawing/2014/main" id="{289066E9-99F8-90C8-62D2-F9DCFCDCD58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79818" y="559591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08" name="Oval 307">
              <a:extLst>
                <a:ext uri="{FF2B5EF4-FFF2-40B4-BE49-F238E27FC236}">
                  <a16:creationId xmlns:a16="http://schemas.microsoft.com/office/drawing/2014/main" id="{821D3846-DB8C-3810-4778-916ECB796A8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83292" y="546685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0" name="Oval 309">
              <a:extLst>
                <a:ext uri="{FF2B5EF4-FFF2-40B4-BE49-F238E27FC236}">
                  <a16:creationId xmlns:a16="http://schemas.microsoft.com/office/drawing/2014/main" id="{569F7153-AB82-BF23-656C-88C5D164D3E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04733" y="575109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2" name="Oval 311">
              <a:extLst>
                <a:ext uri="{FF2B5EF4-FFF2-40B4-BE49-F238E27FC236}">
                  <a16:creationId xmlns:a16="http://schemas.microsoft.com/office/drawing/2014/main" id="{38ECA94E-CE7C-EEC5-4BBA-4304E022D17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84614" y="587068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4" name="Oval 313">
              <a:extLst>
                <a:ext uri="{FF2B5EF4-FFF2-40B4-BE49-F238E27FC236}">
                  <a16:creationId xmlns:a16="http://schemas.microsoft.com/office/drawing/2014/main" id="{8C463EB3-2E3B-A55C-8FF9-F32FE03180F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05552" y="589640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6" name="Oval 315">
              <a:extLst>
                <a:ext uri="{FF2B5EF4-FFF2-40B4-BE49-F238E27FC236}">
                  <a16:creationId xmlns:a16="http://schemas.microsoft.com/office/drawing/2014/main" id="{F1C09614-6BED-E479-2DDA-C8A9210209F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54462" y="576415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8" name="Oval 317">
              <a:extLst>
                <a:ext uri="{FF2B5EF4-FFF2-40B4-BE49-F238E27FC236}">
                  <a16:creationId xmlns:a16="http://schemas.microsoft.com/office/drawing/2014/main" id="{9792A16B-20A9-9A5B-1E3C-CED22FA76EA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35138" y="580965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20" name="Oval 319">
              <a:extLst>
                <a:ext uri="{FF2B5EF4-FFF2-40B4-BE49-F238E27FC236}">
                  <a16:creationId xmlns:a16="http://schemas.microsoft.com/office/drawing/2014/main" id="{FF239575-4150-88C1-2442-1DAB9BAB25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06570" y="5718727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22" name="Oval 321">
              <a:extLst>
                <a:ext uri="{FF2B5EF4-FFF2-40B4-BE49-F238E27FC236}">
                  <a16:creationId xmlns:a16="http://schemas.microsoft.com/office/drawing/2014/main" id="{02EA2064-4668-6866-1006-F74F50488DD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80985" y="611995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24" name="Oval 323">
              <a:extLst>
                <a:ext uri="{FF2B5EF4-FFF2-40B4-BE49-F238E27FC236}">
                  <a16:creationId xmlns:a16="http://schemas.microsoft.com/office/drawing/2014/main" id="{5B79EBF3-F253-07E0-32E9-6B8F9C61FCA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29017" y="605963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26" name="Oval 325">
              <a:extLst>
                <a:ext uri="{FF2B5EF4-FFF2-40B4-BE49-F238E27FC236}">
                  <a16:creationId xmlns:a16="http://schemas.microsoft.com/office/drawing/2014/main" id="{02125FE7-1EFF-650A-6438-A30CEF5C5BC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81337" y="607506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28" name="Oval 327">
              <a:extLst>
                <a:ext uri="{FF2B5EF4-FFF2-40B4-BE49-F238E27FC236}">
                  <a16:creationId xmlns:a16="http://schemas.microsoft.com/office/drawing/2014/main" id="{CD669363-A98D-AD09-F49D-A3541FD6AE4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65888" y="611106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30" name="Oval 329">
              <a:extLst>
                <a:ext uri="{FF2B5EF4-FFF2-40B4-BE49-F238E27FC236}">
                  <a16:creationId xmlns:a16="http://schemas.microsoft.com/office/drawing/2014/main" id="{FE9F4FCF-E211-E295-6501-C4625C1EAD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72862" y="6155958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32" name="Oval 331">
              <a:extLst>
                <a:ext uri="{FF2B5EF4-FFF2-40B4-BE49-F238E27FC236}">
                  <a16:creationId xmlns:a16="http://schemas.microsoft.com/office/drawing/2014/main" id="{CAFBFF58-F485-5763-C378-D42B9313658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92643" y="619387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34" name="Oval 333">
              <a:extLst>
                <a:ext uri="{FF2B5EF4-FFF2-40B4-BE49-F238E27FC236}">
                  <a16:creationId xmlns:a16="http://schemas.microsoft.com/office/drawing/2014/main" id="{871947A5-ABED-3B11-DF97-56A86C4715F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23780" y="626114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36" name="Oval 335">
              <a:extLst>
                <a:ext uri="{FF2B5EF4-FFF2-40B4-BE49-F238E27FC236}">
                  <a16:creationId xmlns:a16="http://schemas.microsoft.com/office/drawing/2014/main" id="{04A98F05-DDB3-369A-8C76-D4E1F33D85D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83086" y="626848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38" name="Oval 337">
              <a:extLst>
                <a:ext uri="{FF2B5EF4-FFF2-40B4-BE49-F238E27FC236}">
                  <a16:creationId xmlns:a16="http://schemas.microsoft.com/office/drawing/2014/main" id="{6664681E-DC6E-F3CC-3DE0-B7F4CA3829C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87580" y="638183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40" name="Oval 339">
              <a:extLst>
                <a:ext uri="{FF2B5EF4-FFF2-40B4-BE49-F238E27FC236}">
                  <a16:creationId xmlns:a16="http://schemas.microsoft.com/office/drawing/2014/main" id="{A656E329-1E62-58C0-F56F-B2FF7656BF8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05780" y="640275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42" name="Oval 341">
              <a:extLst>
                <a:ext uri="{FF2B5EF4-FFF2-40B4-BE49-F238E27FC236}">
                  <a16:creationId xmlns:a16="http://schemas.microsoft.com/office/drawing/2014/main" id="{5E58F4FF-EBE3-AF33-17EA-DA7000E1C24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37998" y="639983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44" name="Oval 343">
              <a:extLst>
                <a:ext uri="{FF2B5EF4-FFF2-40B4-BE49-F238E27FC236}">
                  <a16:creationId xmlns:a16="http://schemas.microsoft.com/office/drawing/2014/main" id="{55EEE17F-2C62-8387-F298-EC43F1C15DF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85136" y="636383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46" name="Oval 345">
              <a:extLst>
                <a:ext uri="{FF2B5EF4-FFF2-40B4-BE49-F238E27FC236}">
                  <a16:creationId xmlns:a16="http://schemas.microsoft.com/office/drawing/2014/main" id="{25A6FCC9-772B-8EAD-634B-86DAE209541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88610" y="623477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48" name="Oval 347">
              <a:extLst>
                <a:ext uri="{FF2B5EF4-FFF2-40B4-BE49-F238E27FC236}">
                  <a16:creationId xmlns:a16="http://schemas.microsoft.com/office/drawing/2014/main" id="{A58DF735-B73C-3414-0D67-64263D49F5A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48825" y="645064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50" name="Oval 349">
              <a:extLst>
                <a:ext uri="{FF2B5EF4-FFF2-40B4-BE49-F238E27FC236}">
                  <a16:creationId xmlns:a16="http://schemas.microsoft.com/office/drawing/2014/main" id="{2D4DF038-D56A-95E6-0C74-5FE21682E47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89932" y="663859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52" name="Oval 351">
              <a:extLst>
                <a:ext uri="{FF2B5EF4-FFF2-40B4-BE49-F238E27FC236}">
                  <a16:creationId xmlns:a16="http://schemas.microsoft.com/office/drawing/2014/main" id="{C9E2656F-3FA4-46D7-B787-CE07F4BFB4F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10870" y="6664321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54" name="Oval 353">
              <a:extLst>
                <a:ext uri="{FF2B5EF4-FFF2-40B4-BE49-F238E27FC236}">
                  <a16:creationId xmlns:a16="http://schemas.microsoft.com/office/drawing/2014/main" id="{93142C66-B114-BB85-B497-F5AC1DAE124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59780" y="653207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56" name="Oval 355">
              <a:extLst>
                <a:ext uri="{FF2B5EF4-FFF2-40B4-BE49-F238E27FC236}">
                  <a16:creationId xmlns:a16="http://schemas.microsoft.com/office/drawing/2014/main" id="{5C106475-7ADF-43A5-7232-FEE581CF4B8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40456" y="657757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58" name="Oval 357">
              <a:extLst>
                <a:ext uri="{FF2B5EF4-FFF2-40B4-BE49-F238E27FC236}">
                  <a16:creationId xmlns:a16="http://schemas.microsoft.com/office/drawing/2014/main" id="{92F0A798-B622-2371-09FC-F52A6FA069C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11888" y="648664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59" name="Oval 358">
              <a:extLst>
                <a:ext uri="{FF2B5EF4-FFF2-40B4-BE49-F238E27FC236}">
                  <a16:creationId xmlns:a16="http://schemas.microsoft.com/office/drawing/2014/main" id="{1432BB85-BFA5-B643-F5FA-FBFAD78C5DF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74907" y="673972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0" name="Oval 359">
              <a:extLst>
                <a:ext uri="{FF2B5EF4-FFF2-40B4-BE49-F238E27FC236}">
                  <a16:creationId xmlns:a16="http://schemas.microsoft.com/office/drawing/2014/main" id="{D769D114-2EED-51D4-30C5-5E27C912B99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87989" y="674684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1" name="Oval 360">
              <a:extLst>
                <a:ext uri="{FF2B5EF4-FFF2-40B4-BE49-F238E27FC236}">
                  <a16:creationId xmlns:a16="http://schemas.microsoft.com/office/drawing/2014/main" id="{8C34026A-8A36-F0AA-BD75-763397FE12C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03409" y="671978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2" name="Oval 361">
              <a:extLst>
                <a:ext uri="{FF2B5EF4-FFF2-40B4-BE49-F238E27FC236}">
                  <a16:creationId xmlns:a16="http://schemas.microsoft.com/office/drawing/2014/main" id="{8899F26C-091E-634B-F8C8-3087E9613DD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14132" y="444884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3" name="Oval 362">
              <a:extLst>
                <a:ext uri="{FF2B5EF4-FFF2-40B4-BE49-F238E27FC236}">
                  <a16:creationId xmlns:a16="http://schemas.microsoft.com/office/drawing/2014/main" id="{5274763A-920C-1CC9-7510-02913087718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39683" y="30079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6" name="Oval 365">
              <a:extLst>
                <a:ext uri="{FF2B5EF4-FFF2-40B4-BE49-F238E27FC236}">
                  <a16:creationId xmlns:a16="http://schemas.microsoft.com/office/drawing/2014/main" id="{6BD1B1EE-04C8-6C4D-3682-A8103313591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51552" y="174070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8" name="Oval 367">
              <a:extLst>
                <a:ext uri="{FF2B5EF4-FFF2-40B4-BE49-F238E27FC236}">
                  <a16:creationId xmlns:a16="http://schemas.microsoft.com/office/drawing/2014/main" id="{6125DAA6-4057-163B-0D34-2D3F7EAF534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88826" y="176882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370" name="Oval 369">
              <a:extLst>
                <a:ext uri="{FF2B5EF4-FFF2-40B4-BE49-F238E27FC236}">
                  <a16:creationId xmlns:a16="http://schemas.microsoft.com/office/drawing/2014/main" id="{1165D75C-2093-9484-37FA-A7EE5CA6542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84377" y="1846573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1" name="Oval 370">
              <a:extLst>
                <a:ext uri="{FF2B5EF4-FFF2-40B4-BE49-F238E27FC236}">
                  <a16:creationId xmlns:a16="http://schemas.microsoft.com/office/drawing/2014/main" id="{B0FFBBBC-4EC8-E451-6EED-2A29E599714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36060" y="168357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2" name="Oval 371">
              <a:extLst>
                <a:ext uri="{FF2B5EF4-FFF2-40B4-BE49-F238E27FC236}">
                  <a16:creationId xmlns:a16="http://schemas.microsoft.com/office/drawing/2014/main" id="{6FE11AE2-AA9A-604B-FACB-52265CBBE0A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00671" y="162688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3" name="Oval 372">
              <a:extLst>
                <a:ext uri="{FF2B5EF4-FFF2-40B4-BE49-F238E27FC236}">
                  <a16:creationId xmlns:a16="http://schemas.microsoft.com/office/drawing/2014/main" id="{B54DFD9C-E7B8-D993-5FB5-5B514442573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621737" y="191033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4" name="Oval 373">
              <a:extLst>
                <a:ext uri="{FF2B5EF4-FFF2-40B4-BE49-F238E27FC236}">
                  <a16:creationId xmlns:a16="http://schemas.microsoft.com/office/drawing/2014/main" id="{DF58ECC9-7091-AC99-86EC-4926AB7A3F6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83071" y="198317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5" name="Oval 374">
              <a:extLst>
                <a:ext uri="{FF2B5EF4-FFF2-40B4-BE49-F238E27FC236}">
                  <a16:creationId xmlns:a16="http://schemas.microsoft.com/office/drawing/2014/main" id="{36F725F2-342A-13E1-376C-6AD127D8B75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479360" y="19741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6" name="Oval 375">
              <a:extLst>
                <a:ext uri="{FF2B5EF4-FFF2-40B4-BE49-F238E27FC236}">
                  <a16:creationId xmlns:a16="http://schemas.microsoft.com/office/drawing/2014/main" id="{1753BC3D-C2A1-3E50-60F7-3F5280D139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91229" y="208726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7" name="Oval 376">
              <a:extLst>
                <a:ext uri="{FF2B5EF4-FFF2-40B4-BE49-F238E27FC236}">
                  <a16:creationId xmlns:a16="http://schemas.microsoft.com/office/drawing/2014/main" id="{5BCA5A7F-5BF0-3D98-D083-15BF6DEF798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59329" y="2211190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8" name="Oval 377">
              <a:extLst>
                <a:ext uri="{FF2B5EF4-FFF2-40B4-BE49-F238E27FC236}">
                  <a16:creationId xmlns:a16="http://schemas.microsoft.com/office/drawing/2014/main" id="{14093BF5-9A21-EEFF-AD64-DFEBD9676EB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98136" y="235557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9" name="Oval 378">
              <a:extLst>
                <a:ext uri="{FF2B5EF4-FFF2-40B4-BE49-F238E27FC236}">
                  <a16:creationId xmlns:a16="http://schemas.microsoft.com/office/drawing/2014/main" id="{AED086C7-F341-79DF-0762-ED79A5A0B4C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487050" y="2084904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80" name="Oval 379">
              <a:extLst>
                <a:ext uri="{FF2B5EF4-FFF2-40B4-BE49-F238E27FC236}">
                  <a16:creationId xmlns:a16="http://schemas.microsoft.com/office/drawing/2014/main" id="{263FCB6E-D1F1-7353-747B-4D43E175D59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151077" y="1698339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81" name="Oval 380">
              <a:extLst>
                <a:ext uri="{FF2B5EF4-FFF2-40B4-BE49-F238E27FC236}">
                  <a16:creationId xmlns:a16="http://schemas.microsoft.com/office/drawing/2014/main" id="{3509CA1F-62B5-F1D4-5290-63D2140441A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22195" y="2294975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82" name="Oval 381">
              <a:extLst>
                <a:ext uri="{FF2B5EF4-FFF2-40B4-BE49-F238E27FC236}">
                  <a16:creationId xmlns:a16="http://schemas.microsoft.com/office/drawing/2014/main" id="{36C727CA-402D-7489-DBEF-D4279CD60C8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60981" y="2459812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83" name="Oval 382">
              <a:extLst>
                <a:ext uri="{FF2B5EF4-FFF2-40B4-BE49-F238E27FC236}">
                  <a16:creationId xmlns:a16="http://schemas.microsoft.com/office/drawing/2014/main" id="{D44DE888-B206-FC88-AB51-CBFB9E8D708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72692" y="2613686"/>
              <a:ext cx="36000" cy="36000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4" name="Rectangle 363">
              <a:extLst>
                <a:ext uri="{FF2B5EF4-FFF2-40B4-BE49-F238E27FC236}">
                  <a16:creationId xmlns:a16="http://schemas.microsoft.com/office/drawing/2014/main" id="{F900672A-7151-74F3-510B-B43F4CF5BD5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559257" y="1938191"/>
              <a:ext cx="632743" cy="4919810"/>
            </a:xfrm>
            <a:prstGeom prst="rect">
              <a:avLst/>
            </a:prstGeom>
            <a:gradFill>
              <a:gsLst>
                <a:gs pos="0">
                  <a:schemeClr val="bg1">
                    <a:lumMod val="95000"/>
                    <a:alpha val="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cxnSp>
        <p:nvCxnSpPr>
          <p:cNvPr id="385" name="Straight Connector 384">
            <a:extLst>
              <a:ext uri="{FF2B5EF4-FFF2-40B4-BE49-F238E27FC236}">
                <a16:creationId xmlns:a16="http://schemas.microsoft.com/office/drawing/2014/main" id="{362B71D1-A072-417B-D8E4-D8BAA0385B3C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6200" y="733425"/>
            <a:ext cx="1048702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6" name="TextBox 385">
            <a:extLst>
              <a:ext uri="{FF2B5EF4-FFF2-40B4-BE49-F238E27FC236}">
                <a16:creationId xmlns:a16="http://schemas.microsoft.com/office/drawing/2014/main" id="{1FEC28F6-5A9E-7FD2-DCE4-1C14EC62275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981575" y="6628626"/>
            <a:ext cx="6057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Aakash Nandy ▪ Engineering Science - Aerospace</a:t>
            </a:r>
          </a:p>
        </p:txBody>
      </p:sp>
      <p:sp>
        <p:nvSpPr>
          <p:cNvPr id="393" name="Title 1">
            <a:extLst>
              <a:ext uri="{FF2B5EF4-FFF2-40B4-BE49-F238E27FC236}">
                <a16:creationId xmlns:a16="http://schemas.microsoft.com/office/drawing/2014/main" id="{8A641DC1-3F5E-9D89-4B95-373207338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75" y="0"/>
            <a:ext cx="10382250" cy="876299"/>
          </a:xfrm>
        </p:spPr>
        <p:txBody>
          <a:bodyPr>
            <a:normAutofit/>
          </a:bodyPr>
          <a:lstStyle/>
          <a:p>
            <a:r>
              <a:rPr lang="en-CA" sz="3200" b="1" dirty="0"/>
              <a:t>Works Cited (2)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F9C145-78AD-6979-CC62-640989D408BD}"/>
              </a:ext>
            </a:extLst>
          </p:cNvPr>
          <p:cNvSpPr txBox="1"/>
          <p:nvPr/>
        </p:nvSpPr>
        <p:spPr>
          <a:xfrm>
            <a:off x="-116461" y="1351805"/>
            <a:ext cx="1132738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04800" marR="304800"/>
            <a:r>
              <a:rPr lang="en-CA" dirty="0"/>
              <a:t>[7] </a:t>
            </a:r>
            <a:r>
              <a:rPr lang="en-CA" dirty="0" err="1"/>
              <a:t>CFturbo</a:t>
            </a:r>
            <a:r>
              <a:rPr lang="en-CA" dirty="0"/>
              <a:t>, "Conceptual Design of a Cryogenic Rocket Turbopump with </a:t>
            </a:r>
            <a:r>
              <a:rPr lang="en-CA" dirty="0" err="1"/>
              <a:t>CFturbo</a:t>
            </a:r>
            <a:r>
              <a:rPr lang="en-CA" dirty="0"/>
              <a:t>," YouTube video, 2023. [Online]. Available: </a:t>
            </a:r>
            <a:r>
              <a:rPr lang="en-CA" dirty="0">
                <a:hlinkClick r:id="rId3"/>
              </a:rPr>
              <a:t>https://www.youtube.com/watch?v=m_stugtpWgk</a:t>
            </a:r>
            <a:r>
              <a:rPr lang="en-CA" dirty="0"/>
              <a:t>.</a:t>
            </a:r>
          </a:p>
          <a:p>
            <a:pPr marL="304800" marR="304800"/>
            <a:endParaRPr lang="en-CA" dirty="0"/>
          </a:p>
          <a:p>
            <a:pPr marL="304800" marR="304800"/>
            <a:r>
              <a:rPr lang="en-CA" dirty="0"/>
              <a:t>[8] </a:t>
            </a:r>
            <a:r>
              <a:rPr lang="en-CA" dirty="0" err="1"/>
              <a:t>CFturbo</a:t>
            </a:r>
            <a:r>
              <a:rPr lang="en-CA" dirty="0"/>
              <a:t>, "</a:t>
            </a:r>
            <a:r>
              <a:rPr lang="en-CA" dirty="0" err="1"/>
              <a:t>CFturbo</a:t>
            </a:r>
            <a:r>
              <a:rPr lang="en-CA" dirty="0"/>
              <a:t> Design of an Axial, Single-Stage Turbine for a Rocket Turbopump," YouTube video, 2023. [Online]. Available: </a:t>
            </a:r>
            <a:r>
              <a:rPr lang="en-CA" dirty="0">
                <a:hlinkClick r:id="rId4"/>
              </a:rPr>
              <a:t>https://www.youtube.com/watch?v=vmnQ42eIgLE</a:t>
            </a:r>
            <a:r>
              <a:rPr lang="en-CA" dirty="0"/>
              <a:t>.</a:t>
            </a:r>
          </a:p>
          <a:p>
            <a:pPr marL="304800" marR="304800"/>
            <a:endParaRPr lang="en-CA" dirty="0"/>
          </a:p>
          <a:p>
            <a:pPr marL="304800" marR="304800"/>
            <a:r>
              <a:rPr lang="en-CA" dirty="0"/>
              <a:t>[9] "Velocity Triangle Considering Slip Factor in Centrifugal Compressor," YouTube video, 2024. [Online]. Available: </a:t>
            </a:r>
            <a:r>
              <a:rPr lang="en-CA" dirty="0">
                <a:hlinkClick r:id="rId5"/>
              </a:rPr>
              <a:t>https://www.youtube.com/watch?v=9Eazw6cygrA</a:t>
            </a:r>
            <a:r>
              <a:rPr lang="en-CA" dirty="0"/>
              <a:t>.</a:t>
            </a:r>
          </a:p>
          <a:p>
            <a:endParaRPr lang="en-CA" dirty="0"/>
          </a:p>
          <a:p>
            <a:pPr marL="304800" marR="304800"/>
            <a:r>
              <a:rPr lang="en-CA" dirty="0"/>
              <a:t>[10] </a:t>
            </a:r>
            <a:r>
              <a:rPr lang="en-CA" i="1" dirty="0"/>
              <a:t>Liquid Rocket Engine Centrifugal Flow Turbopumps</a:t>
            </a:r>
            <a:r>
              <a:rPr lang="en-CA" dirty="0"/>
              <a:t>, NASA Space Vehicle Design Criteria (Chemical Propulsion), NASA SP-8109, Aug. 1973.</a:t>
            </a:r>
          </a:p>
          <a:p>
            <a:endParaRPr lang="en-CA" dirty="0"/>
          </a:p>
          <a:p>
            <a:pPr marL="304800" marR="304800"/>
            <a:r>
              <a:rPr lang="en-CA" dirty="0"/>
              <a:t>[11] "A Method of Calculating the Weight and Dimensions of a Turbo Pump for Rocket Propellants," Rocket Propulsion Department, Westcott, Tech. Note, 2026.</a:t>
            </a:r>
          </a:p>
          <a:p>
            <a:endParaRPr lang="en-CA" dirty="0"/>
          </a:p>
          <a:p>
            <a:pPr marL="304800" marR="304800"/>
            <a:r>
              <a:rPr lang="en-CA" dirty="0"/>
              <a:t>[12] "Pump Cavitation Risk Assessment: Calculation, Prevention, and Free Online Calculator," Engineering Technical Notes and Reference Formulas, 2026.</a:t>
            </a:r>
            <a:endParaRPr lang="en-CA" dirty="0">
              <a:solidFill>
                <a:srgbClr val="1F1F1F"/>
              </a:solidFill>
              <a:latin typeface="Google Sans Text"/>
            </a:endParaRPr>
          </a:p>
        </p:txBody>
      </p:sp>
    </p:spTree>
    <p:extLst>
      <p:ext uri="{BB962C8B-B14F-4D97-AF65-F5344CB8AC3E}">
        <p14:creationId xmlns:p14="http://schemas.microsoft.com/office/powerpoint/2010/main" val="2561472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999</TotalTime>
  <Words>1603</Words>
  <Application>Microsoft Office PowerPoint</Application>
  <PresentationFormat>Widescreen</PresentationFormat>
  <Paragraphs>174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Aptos Display</vt:lpstr>
      <vt:lpstr>Arial</vt:lpstr>
      <vt:lpstr>Cambria Math</vt:lpstr>
      <vt:lpstr>Google Sans Text</vt:lpstr>
      <vt:lpstr>Wingdings</vt:lpstr>
      <vt:lpstr>Office Theme</vt:lpstr>
      <vt:lpstr>MBSE  Pipeline for Turbopump Design and Optimization</vt:lpstr>
      <vt:lpstr>MBSE Pipeline: Overview </vt:lpstr>
      <vt:lpstr>MBSE Pipeline: 1D Simulation and Optimization</vt:lpstr>
      <vt:lpstr>MBSE Pipeline: Pump Geometry Design and CAD</vt:lpstr>
      <vt:lpstr>MBSE Pipeline: Simulation and Detailed Optimization</vt:lpstr>
      <vt:lpstr>MBSE Pipeline: Workbench Project </vt:lpstr>
      <vt:lpstr>Example Pipeline Run: Preliminary Design </vt:lpstr>
      <vt:lpstr>Example Pipeline Run: “High-fidelity” Simulation Setup</vt:lpstr>
      <vt:lpstr>Example Pipeline Run: “High-fidelity” Simulation Results</vt:lpstr>
      <vt:lpstr>Next Steps</vt:lpstr>
      <vt:lpstr>Works Cited (1)</vt:lpstr>
      <vt:lpstr>Works Cited (2)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Aakash Nandy</dc:creator>
  <cp:lastModifiedBy>Aakash Nandy</cp:lastModifiedBy>
  <cp:revision>1</cp:revision>
  <dcterms:created xsi:type="dcterms:W3CDTF">2026-08-15T00:11:39Z</dcterms:created>
  <dcterms:modified xsi:type="dcterms:W3CDTF">2026-09-13T05:40:02Z</dcterms:modified>
</cp:coreProperties>
</file>